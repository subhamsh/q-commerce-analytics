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564"/>
    <a:srgbClr val="FEFFF3"/>
    <a:srgbClr val="FFFFFF"/>
    <a:srgbClr val="FF7C80"/>
    <a:srgbClr val="33846F"/>
    <a:srgbClr val="C3DDA0"/>
    <a:srgbClr val="FF5050"/>
    <a:srgbClr val="EAEEDF"/>
    <a:srgbClr val="91C28B"/>
    <a:srgbClr val="E1FD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m ." userId="0611116d6cbe10f4" providerId="LiveId" clId="{1C4BF068-B892-4D39-A662-8B72586AA7B2}"/>
    <pc:docChg chg="undo redo custSel addSld modSld">
      <pc:chgData name="Subham ." userId="0611116d6cbe10f4" providerId="LiveId" clId="{1C4BF068-B892-4D39-A662-8B72586AA7B2}" dt="2026-09-21T07:58:28.265" v="8095" actId="2710"/>
      <pc:docMkLst>
        <pc:docMk/>
      </pc:docMkLst>
      <pc:sldChg chg="addSp delSp modSp mod setBg">
        <pc:chgData name="Subham ." userId="0611116d6cbe10f4" providerId="LiveId" clId="{1C4BF068-B892-4D39-A662-8B72586AA7B2}" dt="2026-09-18T07:20:11.376" v="1119" actId="2085"/>
        <pc:sldMkLst>
          <pc:docMk/>
          <pc:sldMk cId="2624359375" sldId="256"/>
        </pc:sldMkLst>
        <pc:spChg chg="mod">
          <ac:chgData name="Subham ." userId="0611116d6cbe10f4" providerId="LiveId" clId="{1C4BF068-B892-4D39-A662-8B72586AA7B2}" dt="2026-09-18T06:36:42.146" v="136" actId="14100"/>
          <ac:spMkLst>
            <pc:docMk/>
            <pc:sldMk cId="2624359375" sldId="256"/>
            <ac:spMk id="2" creationId="{143E222F-2AF3-9A5F-F99E-88174493830B}"/>
          </ac:spMkLst>
        </pc:spChg>
        <pc:spChg chg="mod">
          <ac:chgData name="Subham ." userId="0611116d6cbe10f4" providerId="LiveId" clId="{1C4BF068-B892-4D39-A662-8B72586AA7B2}" dt="2026-09-18T06:49:00.430" v="343" actId="2711"/>
          <ac:spMkLst>
            <pc:docMk/>
            <pc:sldMk cId="2624359375" sldId="256"/>
            <ac:spMk id="3" creationId="{C089D0BC-9C8E-C7EC-9733-7719A163F475}"/>
          </ac:spMkLst>
        </pc:spChg>
        <pc:spChg chg="add mod">
          <ac:chgData name="Subham ." userId="0611116d6cbe10f4" providerId="LiveId" clId="{1C4BF068-B892-4D39-A662-8B72586AA7B2}" dt="2026-09-18T07:20:11.376" v="1119" actId="2085"/>
          <ac:spMkLst>
            <pc:docMk/>
            <pc:sldMk cId="2624359375" sldId="256"/>
            <ac:spMk id="4" creationId="{6C14453A-C0DD-89E0-3D2F-929FEDBB669D}"/>
          </ac:spMkLst>
        </pc:spChg>
        <pc:spChg chg="add mod">
          <ac:chgData name="Subham ." userId="0611116d6cbe10f4" providerId="LiveId" clId="{1C4BF068-B892-4D39-A662-8B72586AA7B2}" dt="2026-09-18T06:49:30.009" v="350" actId="404"/>
          <ac:spMkLst>
            <pc:docMk/>
            <pc:sldMk cId="2624359375" sldId="256"/>
            <ac:spMk id="8" creationId="{C2D81485-B046-A956-B7B6-2D25AD96D5A1}"/>
          </ac:spMkLst>
        </pc:spChg>
        <pc:spChg chg="add mod">
          <ac:chgData name="Subham ." userId="0611116d6cbe10f4" providerId="LiveId" clId="{1C4BF068-B892-4D39-A662-8B72586AA7B2}" dt="2026-09-18T06:49:40.484" v="352" actId="14100"/>
          <ac:spMkLst>
            <pc:docMk/>
            <pc:sldMk cId="2624359375" sldId="256"/>
            <ac:spMk id="10" creationId="{2C566D6B-3B36-EFD1-6ED6-BECAF05E8F17}"/>
          </ac:spMkLst>
        </pc:spChg>
        <pc:spChg chg="add mod">
          <ac:chgData name="Subham ." userId="0611116d6cbe10f4" providerId="LiveId" clId="{1C4BF068-B892-4D39-A662-8B72586AA7B2}" dt="2026-09-18T06:49:49.914" v="354" actId="1076"/>
          <ac:spMkLst>
            <pc:docMk/>
            <pc:sldMk cId="2624359375" sldId="256"/>
            <ac:spMk id="12" creationId="{12694757-F8D0-CBF1-3483-499162BD5113}"/>
          </ac:spMkLst>
        </pc:spChg>
        <pc:picChg chg="add mod">
          <ac:chgData name="Subham ." userId="0611116d6cbe10f4" providerId="LiveId" clId="{1C4BF068-B892-4D39-A662-8B72586AA7B2}" dt="2026-09-18T06:37:43.926" v="141" actId="14100"/>
          <ac:picMkLst>
            <pc:docMk/>
            <pc:sldMk cId="2624359375" sldId="256"/>
            <ac:picMk id="6" creationId="{6B17F6A1-B6AC-A2E9-45E3-85EDAA6E665E}"/>
          </ac:picMkLst>
        </pc:picChg>
      </pc:sldChg>
      <pc:sldChg chg="addSp delSp modSp mod setBg">
        <pc:chgData name="Subham ." userId="0611116d6cbe10f4" providerId="LiveId" clId="{1C4BF068-B892-4D39-A662-8B72586AA7B2}" dt="2026-09-19T06:10:26.476" v="2426" actId="164"/>
        <pc:sldMkLst>
          <pc:docMk/>
          <pc:sldMk cId="3994023996" sldId="257"/>
        </pc:sldMkLst>
        <pc:spChg chg="mod">
          <ac:chgData name="Subham ." userId="0611116d6cbe10f4" providerId="LiveId" clId="{1C4BF068-B892-4D39-A662-8B72586AA7B2}" dt="2026-09-18T07:06:40.344" v="966" actId="2710"/>
          <ac:spMkLst>
            <pc:docMk/>
            <pc:sldMk cId="3994023996" sldId="257"/>
            <ac:spMk id="2" creationId="{28A3B802-5951-2865-9449-D4CA5F2A470E}"/>
          </ac:spMkLst>
        </pc:spChg>
        <pc:spChg chg="mod">
          <ac:chgData name="Subham ." userId="0611116d6cbe10f4" providerId="LiveId" clId="{1C4BF068-B892-4D39-A662-8B72586AA7B2}" dt="2026-09-18T06:57:18.562" v="555" actId="14100"/>
          <ac:spMkLst>
            <pc:docMk/>
            <pc:sldMk cId="3994023996" sldId="257"/>
            <ac:spMk id="3" creationId="{47737A2E-E4B1-4D83-2E22-D28C9A6C2447}"/>
          </ac:spMkLst>
        </pc:spChg>
        <pc:spChg chg="add mod">
          <ac:chgData name="Subham ." userId="0611116d6cbe10f4" providerId="LiveId" clId="{1C4BF068-B892-4D39-A662-8B72586AA7B2}" dt="2026-09-18T07:20:18.362" v="1121" actId="2085"/>
          <ac:spMkLst>
            <pc:docMk/>
            <pc:sldMk cId="3994023996" sldId="257"/>
            <ac:spMk id="5" creationId="{7755C5A3-D171-DAE4-0A81-DE4DC45D5C6C}"/>
          </ac:spMkLst>
        </pc:spChg>
        <pc:spChg chg="add mod">
          <ac:chgData name="Subham ." userId="0611116d6cbe10f4" providerId="LiveId" clId="{1C4BF068-B892-4D39-A662-8B72586AA7B2}" dt="2026-09-19T06:10:07.196" v="2423" actId="164"/>
          <ac:spMkLst>
            <pc:docMk/>
            <pc:sldMk cId="3994023996" sldId="257"/>
            <ac:spMk id="6" creationId="{2ED7B21C-8BD0-81CF-80A3-5402254F6C9B}"/>
          </ac:spMkLst>
        </pc:spChg>
        <pc:spChg chg="add mod">
          <ac:chgData name="Subham ." userId="0611116d6cbe10f4" providerId="LiveId" clId="{1C4BF068-B892-4D39-A662-8B72586AA7B2}" dt="2026-09-19T06:10:14.069" v="2424" actId="164"/>
          <ac:spMkLst>
            <pc:docMk/>
            <pc:sldMk cId="3994023996" sldId="257"/>
            <ac:spMk id="8" creationId="{21FBA7DF-C11E-7765-A438-5CA5C4667BE9}"/>
          </ac:spMkLst>
        </pc:spChg>
        <pc:spChg chg="add mod">
          <ac:chgData name="Subham ." userId="0611116d6cbe10f4" providerId="LiveId" clId="{1C4BF068-B892-4D39-A662-8B72586AA7B2}" dt="2026-09-19T06:10:20.567" v="2425" actId="164"/>
          <ac:spMkLst>
            <pc:docMk/>
            <pc:sldMk cId="3994023996" sldId="257"/>
            <ac:spMk id="10" creationId="{2288A2C4-E82B-AACE-0343-CC335CD80ECE}"/>
          </ac:spMkLst>
        </pc:spChg>
        <pc:spChg chg="add mod">
          <ac:chgData name="Subham ." userId="0611116d6cbe10f4" providerId="LiveId" clId="{1C4BF068-B892-4D39-A662-8B72586AA7B2}" dt="2026-09-19T06:10:26.476" v="2426" actId="164"/>
          <ac:spMkLst>
            <pc:docMk/>
            <pc:sldMk cId="3994023996" sldId="257"/>
            <ac:spMk id="12" creationId="{9BBA061D-DEF8-7B6A-6CCB-596576643BE3}"/>
          </ac:spMkLst>
        </pc:spChg>
        <pc:spChg chg="add mod">
          <ac:chgData name="Subham ." userId="0611116d6cbe10f4" providerId="LiveId" clId="{1C4BF068-B892-4D39-A662-8B72586AA7B2}" dt="2026-09-19T06:10:07.196" v="2423" actId="164"/>
          <ac:spMkLst>
            <pc:docMk/>
            <pc:sldMk cId="3994023996" sldId="257"/>
            <ac:spMk id="17" creationId="{313E2B88-6C69-DEFD-6587-CD4EFBF3233A}"/>
          </ac:spMkLst>
        </pc:spChg>
        <pc:spChg chg="add mod">
          <ac:chgData name="Subham ." userId="0611116d6cbe10f4" providerId="LiveId" clId="{1C4BF068-B892-4D39-A662-8B72586AA7B2}" dt="2026-09-19T06:10:26.476" v="2426" actId="164"/>
          <ac:spMkLst>
            <pc:docMk/>
            <pc:sldMk cId="3994023996" sldId="257"/>
            <ac:spMk id="19" creationId="{C1964E1C-C988-E117-E392-F7C6D0C1AB8F}"/>
          </ac:spMkLst>
        </pc:spChg>
        <pc:spChg chg="add mod">
          <ac:chgData name="Subham ." userId="0611116d6cbe10f4" providerId="LiveId" clId="{1C4BF068-B892-4D39-A662-8B72586AA7B2}" dt="2026-09-19T06:10:20.567" v="2425" actId="164"/>
          <ac:spMkLst>
            <pc:docMk/>
            <pc:sldMk cId="3994023996" sldId="257"/>
            <ac:spMk id="21" creationId="{7FCF12AF-B4C0-EFE8-0304-E9DC9F7744E8}"/>
          </ac:spMkLst>
        </pc:spChg>
        <pc:spChg chg="add del mod">
          <ac:chgData name="Subham ." userId="0611116d6cbe10f4" providerId="LiveId" clId="{1C4BF068-B892-4D39-A662-8B72586AA7B2}" dt="2026-09-19T06:10:14.069" v="2424" actId="164"/>
          <ac:spMkLst>
            <pc:docMk/>
            <pc:sldMk cId="3994023996" sldId="257"/>
            <ac:spMk id="23" creationId="{164D9283-4DEC-02A2-5BA1-2C198F3DF4BD}"/>
          </ac:spMkLst>
        </pc:spChg>
        <pc:grpChg chg="add mod">
          <ac:chgData name="Subham ." userId="0611116d6cbe10f4" providerId="LiveId" clId="{1C4BF068-B892-4D39-A662-8B72586AA7B2}" dt="2026-09-19T06:10:07.196" v="2423" actId="164"/>
          <ac:grpSpMkLst>
            <pc:docMk/>
            <pc:sldMk cId="3994023996" sldId="257"/>
            <ac:grpSpMk id="4" creationId="{808BF0ED-AD5B-80D7-5F2A-B44168D872C4}"/>
          </ac:grpSpMkLst>
        </pc:grpChg>
        <pc:grpChg chg="add mod">
          <ac:chgData name="Subham ." userId="0611116d6cbe10f4" providerId="LiveId" clId="{1C4BF068-B892-4D39-A662-8B72586AA7B2}" dt="2026-09-19T06:10:14.069" v="2424" actId="164"/>
          <ac:grpSpMkLst>
            <pc:docMk/>
            <pc:sldMk cId="3994023996" sldId="257"/>
            <ac:grpSpMk id="7" creationId="{9D057FFA-EA7C-F2EF-9057-F3A1425ECCF1}"/>
          </ac:grpSpMkLst>
        </pc:grpChg>
        <pc:grpChg chg="add mod">
          <ac:chgData name="Subham ." userId="0611116d6cbe10f4" providerId="LiveId" clId="{1C4BF068-B892-4D39-A662-8B72586AA7B2}" dt="2026-09-19T06:10:20.567" v="2425" actId="164"/>
          <ac:grpSpMkLst>
            <pc:docMk/>
            <pc:sldMk cId="3994023996" sldId="257"/>
            <ac:grpSpMk id="9" creationId="{5B4AB3CF-BE41-E555-57C7-CA5297ED4609}"/>
          </ac:grpSpMkLst>
        </pc:grpChg>
        <pc:grpChg chg="add mod">
          <ac:chgData name="Subham ." userId="0611116d6cbe10f4" providerId="LiveId" clId="{1C4BF068-B892-4D39-A662-8B72586AA7B2}" dt="2026-09-19T06:10:26.476" v="2426" actId="164"/>
          <ac:grpSpMkLst>
            <pc:docMk/>
            <pc:sldMk cId="3994023996" sldId="257"/>
            <ac:grpSpMk id="11" creationId="{74FD8F65-F652-5BA6-E2FA-C321179D0E33}"/>
          </ac:grpSpMkLst>
        </pc:grpChg>
        <pc:picChg chg="add">
          <ac:chgData name="Subham ." userId="0611116d6cbe10f4" providerId="LiveId" clId="{1C4BF068-B892-4D39-A662-8B72586AA7B2}" dt="2026-09-18T06:58:12.398" v="558" actId="22"/>
          <ac:picMkLst>
            <pc:docMk/>
            <pc:sldMk cId="3994023996" sldId="257"/>
            <ac:picMk id="16" creationId="{6D1764BB-9179-A285-C516-0E8759988CCA}"/>
          </ac:picMkLst>
        </pc:picChg>
        <pc:picChg chg="add mod">
          <ac:chgData name="Subham ." userId="0611116d6cbe10f4" providerId="LiveId" clId="{1C4BF068-B892-4D39-A662-8B72586AA7B2}" dt="2026-09-19T06:10:07.196" v="2423" actId="164"/>
          <ac:picMkLst>
            <pc:docMk/>
            <pc:sldMk cId="3994023996" sldId="257"/>
            <ac:picMk id="25" creationId="{505BA495-6B20-BFE1-F4C3-1B8D423DB349}"/>
          </ac:picMkLst>
        </pc:picChg>
        <pc:picChg chg="add mod">
          <ac:chgData name="Subham ." userId="0611116d6cbe10f4" providerId="LiveId" clId="{1C4BF068-B892-4D39-A662-8B72586AA7B2}" dt="2026-09-19T06:10:20.567" v="2425" actId="164"/>
          <ac:picMkLst>
            <pc:docMk/>
            <pc:sldMk cId="3994023996" sldId="257"/>
            <ac:picMk id="27" creationId="{673361D1-5F08-F39D-22A7-D5B9BA30EDF4}"/>
          </ac:picMkLst>
        </pc:picChg>
        <pc:picChg chg="add mod">
          <ac:chgData name="Subham ." userId="0611116d6cbe10f4" providerId="LiveId" clId="{1C4BF068-B892-4D39-A662-8B72586AA7B2}" dt="2026-09-19T06:10:26.476" v="2426" actId="164"/>
          <ac:picMkLst>
            <pc:docMk/>
            <pc:sldMk cId="3994023996" sldId="257"/>
            <ac:picMk id="29" creationId="{25D31B22-4995-CF4E-6258-B7C5928F06A6}"/>
          </ac:picMkLst>
        </pc:picChg>
        <pc:picChg chg="add mod">
          <ac:chgData name="Subham ." userId="0611116d6cbe10f4" providerId="LiveId" clId="{1C4BF068-B892-4D39-A662-8B72586AA7B2}" dt="2026-09-19T06:10:14.069" v="2424" actId="164"/>
          <ac:picMkLst>
            <pc:docMk/>
            <pc:sldMk cId="3994023996" sldId="257"/>
            <ac:picMk id="35" creationId="{C9555617-FC04-3C20-C11D-1FDAC73BE65E}"/>
          </ac:picMkLst>
        </pc:picChg>
      </pc:sldChg>
      <pc:sldChg chg="addSp delSp modSp new mod setBg">
        <pc:chgData name="Subham ." userId="0611116d6cbe10f4" providerId="LiveId" clId="{1C4BF068-B892-4D39-A662-8B72586AA7B2}" dt="2026-09-21T07:13:53.500" v="8022" actId="22"/>
        <pc:sldMkLst>
          <pc:docMk/>
          <pc:sldMk cId="1654064825" sldId="258"/>
        </pc:sldMkLst>
        <pc:spChg chg="mod">
          <ac:chgData name="Subham ." userId="0611116d6cbe10f4" providerId="LiveId" clId="{1C4BF068-B892-4D39-A662-8B72586AA7B2}" dt="2026-09-19T05:08:37.876" v="1161" actId="108"/>
          <ac:spMkLst>
            <pc:docMk/>
            <pc:sldMk cId="1654064825" sldId="258"/>
            <ac:spMk id="2" creationId="{A75F3A31-CE87-EAFF-1F9A-9C04F7939775}"/>
          </ac:spMkLst>
        </pc:spChg>
        <pc:spChg chg="mod">
          <ac:chgData name="Subham ." userId="0611116d6cbe10f4" providerId="LiveId" clId="{1C4BF068-B892-4D39-A662-8B72586AA7B2}" dt="2026-09-19T06:09:43.489" v="2422" actId="1076"/>
          <ac:spMkLst>
            <pc:docMk/>
            <pc:sldMk cId="1654064825" sldId="258"/>
            <ac:spMk id="3" creationId="{A7A120A3-30AA-D6AC-EEEE-BC1D3046B43A}"/>
          </ac:spMkLst>
        </pc:spChg>
        <pc:spChg chg="add mod">
          <ac:chgData name="Subham ." userId="0611116d6cbe10f4" providerId="LiveId" clId="{1C4BF068-B892-4D39-A662-8B72586AA7B2}" dt="2026-09-21T07:11:49.097" v="8000" actId="14100"/>
          <ac:spMkLst>
            <pc:docMk/>
            <pc:sldMk cId="1654064825" sldId="258"/>
            <ac:spMk id="4" creationId="{F0E035A2-CCE8-2F74-0A4F-FEA1DD1A8F23}"/>
          </ac:spMkLst>
        </pc:spChg>
        <pc:spChg chg="add mod">
          <ac:chgData name="Subham ." userId="0611116d6cbe10f4" providerId="LiveId" clId="{1C4BF068-B892-4D39-A662-8B72586AA7B2}" dt="2026-09-21T07:11:52.299" v="8001" actId="14100"/>
          <ac:spMkLst>
            <pc:docMk/>
            <pc:sldMk cId="1654064825" sldId="258"/>
            <ac:spMk id="16" creationId="{459AAF6D-5178-7C28-6865-351CC1FABF0D}"/>
          </ac:spMkLst>
        </pc:spChg>
        <pc:spChg chg="add mod">
          <ac:chgData name="Subham ." userId="0611116d6cbe10f4" providerId="LiveId" clId="{1C4BF068-B892-4D39-A662-8B72586AA7B2}" dt="2026-09-21T07:11:55.164" v="8002" actId="14100"/>
          <ac:spMkLst>
            <pc:docMk/>
            <pc:sldMk cId="1654064825" sldId="258"/>
            <ac:spMk id="18" creationId="{2AB9E78A-4A3A-1289-F9C6-EAB35C1B775A}"/>
          </ac:spMkLst>
        </pc:spChg>
        <pc:spChg chg="add mod">
          <ac:chgData name="Subham ." userId="0611116d6cbe10f4" providerId="LiveId" clId="{1C4BF068-B892-4D39-A662-8B72586AA7B2}" dt="2026-09-21T07:11:59.734" v="8003" actId="14100"/>
          <ac:spMkLst>
            <pc:docMk/>
            <pc:sldMk cId="1654064825" sldId="258"/>
            <ac:spMk id="20" creationId="{581FC49B-4178-4992-BE2F-BA282253787C}"/>
          </ac:spMkLst>
        </pc:spChg>
        <pc:spChg chg="add mod">
          <ac:chgData name="Subham ." userId="0611116d6cbe10f4" providerId="LiveId" clId="{1C4BF068-B892-4D39-A662-8B72586AA7B2}" dt="2026-09-21T07:12:16.945" v="8008" actId="14100"/>
          <ac:spMkLst>
            <pc:docMk/>
            <pc:sldMk cId="1654064825" sldId="258"/>
            <ac:spMk id="22" creationId="{39784FE4-8BEA-4BC0-B93C-247063C49CF6}"/>
          </ac:spMkLst>
        </pc:spChg>
        <pc:spChg chg="add mod">
          <ac:chgData name="Subham ." userId="0611116d6cbe10f4" providerId="LiveId" clId="{1C4BF068-B892-4D39-A662-8B72586AA7B2}" dt="2026-09-21T07:12:07.498" v="8005" actId="14100"/>
          <ac:spMkLst>
            <pc:docMk/>
            <pc:sldMk cId="1654064825" sldId="258"/>
            <ac:spMk id="24" creationId="{DA8687C6-AFB2-892F-B8B9-DEFFE8196782}"/>
          </ac:spMkLst>
        </pc:spChg>
        <pc:spChg chg="add mod">
          <ac:chgData name="Subham ." userId="0611116d6cbe10f4" providerId="LiveId" clId="{1C4BF068-B892-4D39-A662-8B72586AA7B2}" dt="2026-09-21T07:12:10.840" v="8006" actId="14100"/>
          <ac:spMkLst>
            <pc:docMk/>
            <pc:sldMk cId="1654064825" sldId="258"/>
            <ac:spMk id="26" creationId="{A77C7B72-DB6F-8A27-AE81-923094364969}"/>
          </ac:spMkLst>
        </pc:spChg>
        <pc:spChg chg="add mod">
          <ac:chgData name="Subham ." userId="0611116d6cbe10f4" providerId="LiveId" clId="{1C4BF068-B892-4D39-A662-8B72586AA7B2}" dt="2026-09-21T07:12:13.158" v="8007" actId="14100"/>
          <ac:spMkLst>
            <pc:docMk/>
            <pc:sldMk cId="1654064825" sldId="258"/>
            <ac:spMk id="28" creationId="{0F2B5575-2E4F-1537-4E75-A203DA0C1204}"/>
          </ac:spMkLst>
        </pc:spChg>
        <pc:spChg chg="add mod">
          <ac:chgData name="Subham ." userId="0611116d6cbe10f4" providerId="LiveId" clId="{1C4BF068-B892-4D39-A662-8B72586AA7B2}" dt="2026-09-19T05:28:14.045" v="1534" actId="20577"/>
          <ac:spMkLst>
            <pc:docMk/>
            <pc:sldMk cId="1654064825" sldId="258"/>
            <ac:spMk id="30" creationId="{D0043C09-BA96-8D4D-BA7B-98DD4C840495}"/>
          </ac:spMkLst>
        </pc:spChg>
        <pc:spChg chg="add mod">
          <ac:chgData name="Subham ." userId="0611116d6cbe10f4" providerId="LiveId" clId="{1C4BF068-B892-4D39-A662-8B72586AA7B2}" dt="2026-09-19T05:29:18.161" v="1563" actId="14100"/>
          <ac:spMkLst>
            <pc:docMk/>
            <pc:sldMk cId="1654064825" sldId="258"/>
            <ac:spMk id="32" creationId="{46B188D7-E266-D55F-FDAF-F49FE0676B8C}"/>
          </ac:spMkLst>
        </pc:spChg>
        <pc:spChg chg="add">
          <ac:chgData name="Subham ." userId="0611116d6cbe10f4" providerId="LiveId" clId="{1C4BF068-B892-4D39-A662-8B72586AA7B2}" dt="2026-09-19T05:30:31.862" v="1572" actId="22"/>
          <ac:spMkLst>
            <pc:docMk/>
            <pc:sldMk cId="1654064825" sldId="258"/>
            <ac:spMk id="38" creationId="{051A8C96-2F72-500E-394F-062F4D1B264D}"/>
          </ac:spMkLst>
        </pc:spChg>
        <pc:picChg chg="add">
          <ac:chgData name="Subham ." userId="0611116d6cbe10f4" providerId="LiveId" clId="{1C4BF068-B892-4D39-A662-8B72586AA7B2}" dt="2026-09-21T07:13:53.500" v="8022" actId="22"/>
          <ac:picMkLst>
            <pc:docMk/>
            <pc:sldMk cId="1654064825" sldId="258"/>
            <ac:picMk id="6" creationId="{DE387E6A-0135-8188-80AC-D178B0BDE3D1}"/>
          </ac:picMkLst>
        </pc:picChg>
        <pc:picChg chg="add mod">
          <ac:chgData name="Subham ." userId="0611116d6cbe10f4" providerId="LiveId" clId="{1C4BF068-B892-4D39-A662-8B72586AA7B2}" dt="2026-09-19T05:29:36.486" v="1570" actId="14100"/>
          <ac:picMkLst>
            <pc:docMk/>
            <pc:sldMk cId="1654064825" sldId="258"/>
            <ac:picMk id="34" creationId="{89880749-3354-417E-CF48-03FB50CD2A69}"/>
          </ac:picMkLst>
        </pc:picChg>
        <pc:picChg chg="add mod">
          <ac:chgData name="Subham ." userId="0611116d6cbe10f4" providerId="LiveId" clId="{1C4BF068-B892-4D39-A662-8B72586AA7B2}" dt="2026-09-19T05:29:30.933" v="1569" actId="14100"/>
          <ac:picMkLst>
            <pc:docMk/>
            <pc:sldMk cId="1654064825" sldId="258"/>
            <ac:picMk id="36" creationId="{F7DFF6D3-3F26-34A9-3E12-56921384B7A4}"/>
          </ac:picMkLst>
        </pc:picChg>
      </pc:sldChg>
      <pc:sldChg chg="addSp delSp modSp new mod setBg">
        <pc:chgData name="Subham ." userId="0611116d6cbe10f4" providerId="LiveId" clId="{1C4BF068-B892-4D39-A662-8B72586AA7B2}" dt="2026-09-21T07:13:55.229" v="8023" actId="22"/>
        <pc:sldMkLst>
          <pc:docMk/>
          <pc:sldMk cId="1201571329" sldId="259"/>
        </pc:sldMkLst>
        <pc:spChg chg="mod">
          <ac:chgData name="Subham ." userId="0611116d6cbe10f4" providerId="LiveId" clId="{1C4BF068-B892-4D39-A662-8B72586AA7B2}" dt="2026-09-19T05:34:35.184" v="1640" actId="2711"/>
          <ac:spMkLst>
            <pc:docMk/>
            <pc:sldMk cId="1201571329" sldId="259"/>
            <ac:spMk id="2" creationId="{DE35B0EF-27AD-880A-DA9B-E53D081123A5}"/>
          </ac:spMkLst>
        </pc:spChg>
        <pc:spChg chg="mod">
          <ac:chgData name="Subham ." userId="0611116d6cbe10f4" providerId="LiveId" clId="{1C4BF068-B892-4D39-A662-8B72586AA7B2}" dt="2026-09-19T05:40:57.854" v="1764" actId="1076"/>
          <ac:spMkLst>
            <pc:docMk/>
            <pc:sldMk cId="1201571329" sldId="259"/>
            <ac:spMk id="3" creationId="{BD4F3F6F-ED7A-9A5B-AB76-B6172B729C5C}"/>
          </ac:spMkLst>
        </pc:spChg>
        <pc:spChg chg="add mod">
          <ac:chgData name="Subham ." userId="0611116d6cbe10f4" providerId="LiveId" clId="{1C4BF068-B892-4D39-A662-8B72586AA7B2}" dt="2026-09-19T05:37:27.162" v="1685" actId="1076"/>
          <ac:spMkLst>
            <pc:docMk/>
            <pc:sldMk cId="1201571329" sldId="259"/>
            <ac:spMk id="4" creationId="{7BBF293E-338D-4F5E-9230-C3F93941DEE1}"/>
          </ac:spMkLst>
        </pc:spChg>
        <pc:spChg chg="add mod">
          <ac:chgData name="Subham ." userId="0611116d6cbe10f4" providerId="LiveId" clId="{1C4BF068-B892-4D39-A662-8B72586AA7B2}" dt="2026-09-19T05:37:32.167" v="1686" actId="1076"/>
          <ac:spMkLst>
            <pc:docMk/>
            <pc:sldMk cId="1201571329" sldId="259"/>
            <ac:spMk id="6" creationId="{5614F27C-3D72-5124-60FF-5712F05154E0}"/>
          </ac:spMkLst>
        </pc:spChg>
        <pc:spChg chg="add mod">
          <ac:chgData name="Subham ." userId="0611116d6cbe10f4" providerId="LiveId" clId="{1C4BF068-B892-4D39-A662-8B72586AA7B2}" dt="2026-09-19T05:40:07.369" v="1760" actId="408"/>
          <ac:spMkLst>
            <pc:docMk/>
            <pc:sldMk cId="1201571329" sldId="259"/>
            <ac:spMk id="7" creationId="{EF82EA25-FA9D-AFE7-2125-06DB0F85F000}"/>
          </ac:spMkLst>
        </pc:spChg>
        <pc:spChg chg="add mod">
          <ac:chgData name="Subham ." userId="0611116d6cbe10f4" providerId="LiveId" clId="{1C4BF068-B892-4D39-A662-8B72586AA7B2}" dt="2026-09-19T05:40:07.369" v="1760" actId="408"/>
          <ac:spMkLst>
            <pc:docMk/>
            <pc:sldMk cId="1201571329" sldId="259"/>
            <ac:spMk id="9" creationId="{E8BD50B8-30D2-47EE-9FC4-D967F4774A81}"/>
          </ac:spMkLst>
        </pc:spChg>
        <pc:spChg chg="add mod">
          <ac:chgData name="Subham ." userId="0611116d6cbe10f4" providerId="LiveId" clId="{1C4BF068-B892-4D39-A662-8B72586AA7B2}" dt="2026-09-19T05:40:07.369" v="1760" actId="408"/>
          <ac:spMkLst>
            <pc:docMk/>
            <pc:sldMk cId="1201571329" sldId="259"/>
            <ac:spMk id="11" creationId="{59B25A28-C8F8-3ADB-B117-7DFB1B116219}"/>
          </ac:spMkLst>
        </pc:spChg>
        <pc:spChg chg="add mod">
          <ac:chgData name="Subham ." userId="0611116d6cbe10f4" providerId="LiveId" clId="{1C4BF068-B892-4D39-A662-8B72586AA7B2}" dt="2026-09-19T05:40:07.369" v="1760" actId="408"/>
          <ac:spMkLst>
            <pc:docMk/>
            <pc:sldMk cId="1201571329" sldId="259"/>
            <ac:spMk id="13" creationId="{9029E646-5C5B-7A3D-22A9-9919247C0BA4}"/>
          </ac:spMkLst>
        </pc:spChg>
        <pc:spChg chg="add mod">
          <ac:chgData name="Subham ." userId="0611116d6cbe10f4" providerId="LiveId" clId="{1C4BF068-B892-4D39-A662-8B72586AA7B2}" dt="2026-09-21T07:11:30.669" v="7997" actId="14100"/>
          <ac:spMkLst>
            <pc:docMk/>
            <pc:sldMk cId="1201571329" sldId="259"/>
            <ac:spMk id="24" creationId="{4C31CC9B-A3F4-A9BC-BE34-3D7504CB4C10}"/>
          </ac:spMkLst>
        </pc:spChg>
        <pc:spChg chg="add mod">
          <ac:chgData name="Subham ." userId="0611116d6cbe10f4" providerId="LiveId" clId="{1C4BF068-B892-4D39-A662-8B72586AA7B2}" dt="2026-09-21T07:11:37.456" v="7998" actId="14100"/>
          <ac:spMkLst>
            <pc:docMk/>
            <pc:sldMk cId="1201571329" sldId="259"/>
            <ac:spMk id="26" creationId="{695124CF-CA3D-847D-344F-8FFCD1666F0A}"/>
          </ac:spMkLst>
        </pc:spChg>
        <pc:spChg chg="add mod">
          <ac:chgData name="Subham ." userId="0611116d6cbe10f4" providerId="LiveId" clId="{1C4BF068-B892-4D39-A662-8B72586AA7B2}" dt="2026-09-21T07:11:41.972" v="7999" actId="14100"/>
          <ac:spMkLst>
            <pc:docMk/>
            <pc:sldMk cId="1201571329" sldId="259"/>
            <ac:spMk id="28" creationId="{AA10EDD0-1ED1-3B35-54D0-1F8334B80176}"/>
          </ac:spMkLst>
        </pc:spChg>
        <pc:spChg chg="add mod">
          <ac:chgData name="Subham ." userId="0611116d6cbe10f4" providerId="LiveId" clId="{1C4BF068-B892-4D39-A662-8B72586AA7B2}" dt="2026-09-19T06:09:06.782" v="2402" actId="164"/>
          <ac:spMkLst>
            <pc:docMk/>
            <pc:sldMk cId="1201571329" sldId="259"/>
            <ac:spMk id="29" creationId="{7203409C-EC7A-DB90-8E66-967D521DBD63}"/>
          </ac:spMkLst>
        </pc:spChg>
        <pc:spChg chg="add mod">
          <ac:chgData name="Subham ." userId="0611116d6cbe10f4" providerId="LiveId" clId="{1C4BF068-B892-4D39-A662-8B72586AA7B2}" dt="2026-09-19T06:09:06.782" v="2402" actId="164"/>
          <ac:spMkLst>
            <pc:docMk/>
            <pc:sldMk cId="1201571329" sldId="259"/>
            <ac:spMk id="30" creationId="{CD642A22-8E36-CDB8-2BCF-48AD0E72BA2D}"/>
          </ac:spMkLst>
        </pc:spChg>
        <pc:spChg chg="add mod">
          <ac:chgData name="Subham ." userId="0611116d6cbe10f4" providerId="LiveId" clId="{1C4BF068-B892-4D39-A662-8B72586AA7B2}" dt="2026-09-19T06:09:19.662" v="2411" actId="164"/>
          <ac:spMkLst>
            <pc:docMk/>
            <pc:sldMk cId="1201571329" sldId="259"/>
            <ac:spMk id="32" creationId="{7B000D8D-CE71-4528-8D9D-BC3BA28CE6CA}"/>
          </ac:spMkLst>
        </pc:spChg>
        <pc:spChg chg="add mod">
          <ac:chgData name="Subham ." userId="0611116d6cbe10f4" providerId="LiveId" clId="{1C4BF068-B892-4D39-A662-8B72586AA7B2}" dt="2026-09-19T06:09:19.662" v="2411" actId="164"/>
          <ac:spMkLst>
            <pc:docMk/>
            <pc:sldMk cId="1201571329" sldId="259"/>
            <ac:spMk id="34" creationId="{02B89342-A9B6-3B61-1635-A28D8B1989CF}"/>
          </ac:spMkLst>
        </pc:spChg>
        <pc:spChg chg="add mod">
          <ac:chgData name="Subham ." userId="0611116d6cbe10f4" providerId="LiveId" clId="{1C4BF068-B892-4D39-A662-8B72586AA7B2}" dt="2026-09-19T06:09:28.306" v="2412" actId="164"/>
          <ac:spMkLst>
            <pc:docMk/>
            <pc:sldMk cId="1201571329" sldId="259"/>
            <ac:spMk id="35" creationId="{70101296-9010-B304-2C4A-5052CFBC497A}"/>
          </ac:spMkLst>
        </pc:spChg>
        <pc:spChg chg="add mod">
          <ac:chgData name="Subham ." userId="0611116d6cbe10f4" providerId="LiveId" clId="{1C4BF068-B892-4D39-A662-8B72586AA7B2}" dt="2026-09-19T06:09:28.306" v="2412" actId="164"/>
          <ac:spMkLst>
            <pc:docMk/>
            <pc:sldMk cId="1201571329" sldId="259"/>
            <ac:spMk id="36" creationId="{ABA11DD7-C811-AC68-457F-B355AD61F9D9}"/>
          </ac:spMkLst>
        </pc:spChg>
        <pc:spChg chg="add mod">
          <ac:chgData name="Subham ." userId="0611116d6cbe10f4" providerId="LiveId" clId="{1C4BF068-B892-4D39-A662-8B72586AA7B2}" dt="2026-09-19T06:09:19.662" v="2411" actId="164"/>
          <ac:spMkLst>
            <pc:docMk/>
            <pc:sldMk cId="1201571329" sldId="259"/>
            <ac:spMk id="39" creationId="{BC454184-EE0B-D368-1B08-9569F0FF1323}"/>
          </ac:spMkLst>
        </pc:spChg>
        <pc:spChg chg="add mod">
          <ac:chgData name="Subham ." userId="0611116d6cbe10f4" providerId="LiveId" clId="{1C4BF068-B892-4D39-A662-8B72586AA7B2}" dt="2026-09-19T06:09:28.306" v="2412" actId="164"/>
          <ac:spMkLst>
            <pc:docMk/>
            <pc:sldMk cId="1201571329" sldId="259"/>
            <ac:spMk id="41" creationId="{6AD89319-CDF0-4F1F-E1A0-3B4EF0B22012}"/>
          </ac:spMkLst>
        </pc:spChg>
        <pc:spChg chg="add mod">
          <ac:chgData name="Subham ." userId="0611116d6cbe10f4" providerId="LiveId" clId="{1C4BF068-B892-4D39-A662-8B72586AA7B2}" dt="2026-09-19T06:09:06.782" v="2402" actId="164"/>
          <ac:spMkLst>
            <pc:docMk/>
            <pc:sldMk cId="1201571329" sldId="259"/>
            <ac:spMk id="43" creationId="{A38CC4F6-FE3D-2413-EED3-8FB754134F74}"/>
          </ac:spMkLst>
        </pc:spChg>
        <pc:spChg chg="add">
          <ac:chgData name="Subham ." userId="0611116d6cbe10f4" providerId="LiveId" clId="{1C4BF068-B892-4D39-A662-8B72586AA7B2}" dt="2026-09-19T06:07:31.595" v="2401" actId="22"/>
          <ac:spMkLst>
            <pc:docMk/>
            <pc:sldMk cId="1201571329" sldId="259"/>
            <ac:spMk id="49" creationId="{F0F9314F-B4FF-66F8-7BA8-E9F9C266784D}"/>
          </ac:spMkLst>
        </pc:spChg>
        <pc:grpChg chg="add mod">
          <ac:chgData name="Subham ." userId="0611116d6cbe10f4" providerId="LiveId" clId="{1C4BF068-B892-4D39-A662-8B72586AA7B2}" dt="2026-09-19T06:09:12.609" v="2410" actId="1038"/>
          <ac:grpSpMkLst>
            <pc:docMk/>
            <pc:sldMk cId="1201571329" sldId="259"/>
            <ac:grpSpMk id="50" creationId="{CEA3B4CB-3AFB-5F6C-2DF3-39F74069EDE9}"/>
          </ac:grpSpMkLst>
        </pc:grpChg>
        <pc:grpChg chg="add mod">
          <ac:chgData name="Subham ." userId="0611116d6cbe10f4" providerId="LiveId" clId="{1C4BF068-B892-4D39-A662-8B72586AA7B2}" dt="2026-09-19T06:09:19.662" v="2411" actId="164"/>
          <ac:grpSpMkLst>
            <pc:docMk/>
            <pc:sldMk cId="1201571329" sldId="259"/>
            <ac:grpSpMk id="51" creationId="{52B0C28A-8386-EC3D-491F-98166705F107}"/>
          </ac:grpSpMkLst>
        </pc:grpChg>
        <pc:grpChg chg="add mod">
          <ac:chgData name="Subham ." userId="0611116d6cbe10f4" providerId="LiveId" clId="{1C4BF068-B892-4D39-A662-8B72586AA7B2}" dt="2026-09-19T06:09:31.049" v="2420" actId="1037"/>
          <ac:grpSpMkLst>
            <pc:docMk/>
            <pc:sldMk cId="1201571329" sldId="259"/>
            <ac:grpSpMk id="52" creationId="{CEA4CF8B-6E5D-33D9-20D5-83879DFD1AA6}"/>
          </ac:grpSpMkLst>
        </pc:grpChg>
        <pc:picChg chg="add">
          <ac:chgData name="Subham ." userId="0611116d6cbe10f4" providerId="LiveId" clId="{1C4BF068-B892-4D39-A662-8B72586AA7B2}" dt="2026-09-21T07:13:55.229" v="8023" actId="22"/>
          <ac:picMkLst>
            <pc:docMk/>
            <pc:sldMk cId="1201571329" sldId="259"/>
            <ac:picMk id="8" creationId="{6C2F5078-F466-FAFF-6D28-AEC4043ED22C}"/>
          </ac:picMkLst>
        </pc:picChg>
        <pc:picChg chg="add mod">
          <ac:chgData name="Subham ." userId="0611116d6cbe10f4" providerId="LiveId" clId="{1C4BF068-B892-4D39-A662-8B72586AA7B2}" dt="2026-09-19T05:42:17.033" v="1820" actId="1038"/>
          <ac:picMkLst>
            <pc:docMk/>
            <pc:sldMk cId="1201571329" sldId="259"/>
            <ac:picMk id="15" creationId="{925EE14C-39CE-00D5-7B91-0742E57631BF}"/>
          </ac:picMkLst>
        </pc:picChg>
        <pc:picChg chg="add mod">
          <ac:chgData name="Subham ." userId="0611116d6cbe10f4" providerId="LiveId" clId="{1C4BF068-B892-4D39-A662-8B72586AA7B2}" dt="2026-09-19T05:42:22.616" v="1838" actId="1038"/>
          <ac:picMkLst>
            <pc:docMk/>
            <pc:sldMk cId="1201571329" sldId="259"/>
            <ac:picMk id="17" creationId="{AB72372F-8125-E77A-AC1A-BE5CBD4B704E}"/>
          </ac:picMkLst>
        </pc:picChg>
        <pc:picChg chg="add mod">
          <ac:chgData name="Subham ." userId="0611116d6cbe10f4" providerId="LiveId" clId="{1C4BF068-B892-4D39-A662-8B72586AA7B2}" dt="2026-09-19T05:42:28.311" v="1850" actId="1038"/>
          <ac:picMkLst>
            <pc:docMk/>
            <pc:sldMk cId="1201571329" sldId="259"/>
            <ac:picMk id="19" creationId="{130E5257-BA9D-19E0-7D73-A43403ED1AE4}"/>
          </ac:picMkLst>
        </pc:picChg>
        <pc:picChg chg="add mod">
          <ac:chgData name="Subham ." userId="0611116d6cbe10f4" providerId="LiveId" clId="{1C4BF068-B892-4D39-A662-8B72586AA7B2}" dt="2026-09-19T05:42:30.797" v="1855" actId="1038"/>
          <ac:picMkLst>
            <pc:docMk/>
            <pc:sldMk cId="1201571329" sldId="259"/>
            <ac:picMk id="21" creationId="{AF7F7FB6-2ECB-E92D-FEE2-A61B7B766A8C}"/>
          </ac:picMkLst>
        </pc:picChg>
        <pc:picChg chg="add mod">
          <ac:chgData name="Subham ." userId="0611116d6cbe10f4" providerId="LiveId" clId="{1C4BF068-B892-4D39-A662-8B72586AA7B2}" dt="2026-09-19T05:42:17.033" v="1820" actId="1038"/>
          <ac:picMkLst>
            <pc:docMk/>
            <pc:sldMk cId="1201571329" sldId="259"/>
            <ac:picMk id="23" creationId="{20D118DE-B3D0-75C0-9989-DBABFD7339A5}"/>
          </ac:picMkLst>
        </pc:picChg>
        <pc:picChg chg="add mod ord">
          <ac:chgData name="Subham ." userId="0611116d6cbe10f4" providerId="LiveId" clId="{1C4BF068-B892-4D39-A662-8B72586AA7B2}" dt="2026-09-19T06:09:19.662" v="2411" actId="164"/>
          <ac:picMkLst>
            <pc:docMk/>
            <pc:sldMk cId="1201571329" sldId="259"/>
            <ac:picMk id="38" creationId="{AEA488DC-6C21-3C28-0A1C-167178D49915}"/>
          </ac:picMkLst>
        </pc:picChg>
        <pc:picChg chg="add mod ord">
          <ac:chgData name="Subham ." userId="0611116d6cbe10f4" providerId="LiveId" clId="{1C4BF068-B892-4D39-A662-8B72586AA7B2}" dt="2026-09-19T06:09:28.306" v="2412" actId="164"/>
          <ac:picMkLst>
            <pc:docMk/>
            <pc:sldMk cId="1201571329" sldId="259"/>
            <ac:picMk id="45" creationId="{5952F390-118A-FC49-6E75-D40C9D41D8A8}"/>
          </ac:picMkLst>
        </pc:picChg>
        <pc:picChg chg="add mod ord">
          <ac:chgData name="Subham ." userId="0611116d6cbe10f4" providerId="LiveId" clId="{1C4BF068-B892-4D39-A662-8B72586AA7B2}" dt="2026-09-19T06:09:06.782" v="2402" actId="164"/>
          <ac:picMkLst>
            <pc:docMk/>
            <pc:sldMk cId="1201571329" sldId="259"/>
            <ac:picMk id="47" creationId="{087C61A2-4711-B8CF-8CA1-27F6ACF3545C}"/>
          </ac:picMkLst>
        </pc:picChg>
      </pc:sldChg>
      <pc:sldChg chg="addSp delSp modSp new mod setBg">
        <pc:chgData name="Subham ." userId="0611116d6cbe10f4" providerId="LiveId" clId="{1C4BF068-B892-4D39-A662-8B72586AA7B2}" dt="2026-09-21T07:13:56.668" v="8024" actId="22"/>
        <pc:sldMkLst>
          <pc:docMk/>
          <pc:sldMk cId="3246383392" sldId="260"/>
        </pc:sldMkLst>
        <pc:spChg chg="mod">
          <ac:chgData name="Subham ." userId="0611116d6cbe10f4" providerId="LiveId" clId="{1C4BF068-B892-4D39-A662-8B72586AA7B2}" dt="2026-09-19T06:11:57.050" v="2480" actId="2711"/>
          <ac:spMkLst>
            <pc:docMk/>
            <pc:sldMk cId="3246383392" sldId="260"/>
            <ac:spMk id="2" creationId="{A63C66D6-B439-4061-6892-03EE5361390C}"/>
          </ac:spMkLst>
        </pc:spChg>
        <pc:spChg chg="mod">
          <ac:chgData name="Subham ." userId="0611116d6cbe10f4" providerId="LiveId" clId="{1C4BF068-B892-4D39-A662-8B72586AA7B2}" dt="2026-09-19T06:12:56.238" v="2484" actId="20577"/>
          <ac:spMkLst>
            <pc:docMk/>
            <pc:sldMk cId="3246383392" sldId="260"/>
            <ac:spMk id="3" creationId="{7B33DC5E-A052-CEFE-59E8-0259A107E3E9}"/>
          </ac:spMkLst>
        </pc:spChg>
        <pc:spChg chg="add mod">
          <ac:chgData name="Subham ." userId="0611116d6cbe10f4" providerId="LiveId" clId="{1C4BF068-B892-4D39-A662-8B72586AA7B2}" dt="2026-09-21T07:12:32.385" v="8009" actId="14100"/>
          <ac:spMkLst>
            <pc:docMk/>
            <pc:sldMk cId="3246383392" sldId="260"/>
            <ac:spMk id="4" creationId="{A7E5FE4A-FD33-E75E-2E36-A33F93F2DCB2}"/>
          </ac:spMkLst>
        </pc:spChg>
        <pc:spChg chg="add mod">
          <ac:chgData name="Subham ." userId="0611116d6cbe10f4" providerId="LiveId" clId="{1C4BF068-B892-4D39-A662-8B72586AA7B2}" dt="2026-09-21T07:12:52.543" v="8014" actId="14100"/>
          <ac:spMkLst>
            <pc:docMk/>
            <pc:sldMk cId="3246383392" sldId="260"/>
            <ac:spMk id="16" creationId="{4A2AECA8-F77C-7B40-BAC3-C43E705739B4}"/>
          </ac:spMkLst>
        </pc:spChg>
        <pc:spChg chg="add mod">
          <ac:chgData name="Subham ." userId="0611116d6cbe10f4" providerId="LiveId" clId="{1C4BF068-B892-4D39-A662-8B72586AA7B2}" dt="2026-09-21T07:12:44.971" v="8012" actId="14100"/>
          <ac:spMkLst>
            <pc:docMk/>
            <pc:sldMk cId="3246383392" sldId="260"/>
            <ac:spMk id="18" creationId="{A08A4A3D-5EF4-B9E4-24EF-5ACE8D69FCAF}"/>
          </ac:spMkLst>
        </pc:spChg>
        <pc:spChg chg="add mod">
          <ac:chgData name="Subham ." userId="0611116d6cbe10f4" providerId="LiveId" clId="{1C4BF068-B892-4D39-A662-8B72586AA7B2}" dt="2026-09-21T07:12:48.713" v="8013" actId="14100"/>
          <ac:spMkLst>
            <pc:docMk/>
            <pc:sldMk cId="3246383392" sldId="260"/>
            <ac:spMk id="20" creationId="{6E96FE81-E71B-F37E-A7FB-9BE0BE68E2FA}"/>
          </ac:spMkLst>
        </pc:spChg>
        <pc:spChg chg="add mod">
          <ac:chgData name="Subham ." userId="0611116d6cbe10f4" providerId="LiveId" clId="{1C4BF068-B892-4D39-A662-8B72586AA7B2}" dt="2026-09-21T07:12:37.323" v="8010" actId="14100"/>
          <ac:spMkLst>
            <pc:docMk/>
            <pc:sldMk cId="3246383392" sldId="260"/>
            <ac:spMk id="22" creationId="{0F7B597B-5650-06DD-0C3C-3107AA31E6F9}"/>
          </ac:spMkLst>
        </pc:spChg>
        <pc:spChg chg="add mod">
          <ac:chgData name="Subham ." userId="0611116d6cbe10f4" providerId="LiveId" clId="{1C4BF068-B892-4D39-A662-8B72586AA7B2}" dt="2026-09-21T07:12:41.547" v="8011" actId="14100"/>
          <ac:spMkLst>
            <pc:docMk/>
            <pc:sldMk cId="3246383392" sldId="260"/>
            <ac:spMk id="24" creationId="{3B929D02-F0BD-CF9B-07EF-1FACB0A6E031}"/>
          </ac:spMkLst>
        </pc:spChg>
        <pc:spChg chg="add mod">
          <ac:chgData name="Subham ." userId="0611116d6cbe10f4" providerId="LiveId" clId="{1C4BF068-B892-4D39-A662-8B72586AA7B2}" dt="2026-09-19T06:33:03.557" v="2871" actId="164"/>
          <ac:spMkLst>
            <pc:docMk/>
            <pc:sldMk cId="3246383392" sldId="260"/>
            <ac:spMk id="27" creationId="{B70A3197-7122-9A9C-1D60-BCE56EBE18DD}"/>
          </ac:spMkLst>
        </pc:spChg>
        <pc:spChg chg="add mod">
          <ac:chgData name="Subham ." userId="0611116d6cbe10f4" providerId="LiveId" clId="{1C4BF068-B892-4D39-A662-8B72586AA7B2}" dt="2026-09-19T06:33:19.185" v="2872" actId="164"/>
          <ac:spMkLst>
            <pc:docMk/>
            <pc:sldMk cId="3246383392" sldId="260"/>
            <ac:spMk id="29" creationId="{3C716873-8BCB-3EF5-F676-C1208B468E2C}"/>
          </ac:spMkLst>
        </pc:spChg>
        <pc:spChg chg="add mod">
          <ac:chgData name="Subham ." userId="0611116d6cbe10f4" providerId="LiveId" clId="{1C4BF068-B892-4D39-A662-8B72586AA7B2}" dt="2026-09-19T06:34:03.705" v="2876" actId="164"/>
          <ac:spMkLst>
            <pc:docMk/>
            <pc:sldMk cId="3246383392" sldId="260"/>
            <ac:spMk id="31" creationId="{FD7F0743-597A-7751-C59A-1222CE42FE20}"/>
          </ac:spMkLst>
        </pc:spChg>
        <pc:spChg chg="add mod">
          <ac:chgData name="Subham ." userId="0611116d6cbe10f4" providerId="LiveId" clId="{1C4BF068-B892-4D39-A662-8B72586AA7B2}" dt="2026-09-19T06:33:51.563" v="2874" actId="164"/>
          <ac:spMkLst>
            <pc:docMk/>
            <pc:sldMk cId="3246383392" sldId="260"/>
            <ac:spMk id="33" creationId="{3D0FE5EF-635A-2219-6E64-526776781F51}"/>
          </ac:spMkLst>
        </pc:spChg>
        <pc:spChg chg="add mod">
          <ac:chgData name="Subham ." userId="0611116d6cbe10f4" providerId="LiveId" clId="{1C4BF068-B892-4D39-A662-8B72586AA7B2}" dt="2026-09-19T06:33:35.697" v="2873" actId="164"/>
          <ac:spMkLst>
            <pc:docMk/>
            <pc:sldMk cId="3246383392" sldId="260"/>
            <ac:spMk id="35" creationId="{78796F0D-FBEC-DA03-3B62-05FBD2849AC8}"/>
          </ac:spMkLst>
        </pc:spChg>
        <pc:spChg chg="add mod">
          <ac:chgData name="Subham ." userId="0611116d6cbe10f4" providerId="LiveId" clId="{1C4BF068-B892-4D39-A662-8B72586AA7B2}" dt="2026-09-19T06:33:58.028" v="2875" actId="164"/>
          <ac:spMkLst>
            <pc:docMk/>
            <pc:sldMk cId="3246383392" sldId="260"/>
            <ac:spMk id="37" creationId="{4F526D66-D4A8-14C3-2F99-A765A42A0F74}"/>
          </ac:spMkLst>
        </pc:spChg>
        <pc:spChg chg="add mod">
          <ac:chgData name="Subham ." userId="0611116d6cbe10f4" providerId="LiveId" clId="{1C4BF068-B892-4D39-A662-8B72586AA7B2}" dt="2026-09-19T06:30:05.176" v="2863" actId="1076"/>
          <ac:spMkLst>
            <pc:docMk/>
            <pc:sldMk cId="3246383392" sldId="260"/>
            <ac:spMk id="50" creationId="{10D156F6-03EC-7722-03AB-74EA92D6C1F9}"/>
          </ac:spMkLst>
        </pc:spChg>
        <pc:spChg chg="add">
          <ac:chgData name="Subham ." userId="0611116d6cbe10f4" providerId="LiveId" clId="{1C4BF068-B892-4D39-A662-8B72586AA7B2}" dt="2026-09-19T06:30:18.015" v="2864" actId="22"/>
          <ac:spMkLst>
            <pc:docMk/>
            <pc:sldMk cId="3246383392" sldId="260"/>
            <ac:spMk id="52" creationId="{3FE03E99-726A-639E-58EC-7BF304DA028A}"/>
          </ac:spMkLst>
        </pc:spChg>
        <pc:grpChg chg="add mod">
          <ac:chgData name="Subham ." userId="0611116d6cbe10f4" providerId="LiveId" clId="{1C4BF068-B892-4D39-A662-8B72586AA7B2}" dt="2026-09-19T06:33:03.557" v="2871" actId="164"/>
          <ac:grpSpMkLst>
            <pc:docMk/>
            <pc:sldMk cId="3246383392" sldId="260"/>
            <ac:grpSpMk id="53" creationId="{5C7BFCA2-E29E-359A-AB55-BE21B7574697}"/>
          </ac:grpSpMkLst>
        </pc:grpChg>
        <pc:grpChg chg="add mod">
          <ac:chgData name="Subham ." userId="0611116d6cbe10f4" providerId="LiveId" clId="{1C4BF068-B892-4D39-A662-8B72586AA7B2}" dt="2026-09-19T06:33:19.185" v="2872" actId="164"/>
          <ac:grpSpMkLst>
            <pc:docMk/>
            <pc:sldMk cId="3246383392" sldId="260"/>
            <ac:grpSpMk id="54" creationId="{8CEAFD80-91CD-F4AC-9E7C-FC79D036EA37}"/>
          </ac:grpSpMkLst>
        </pc:grpChg>
        <pc:grpChg chg="add mod">
          <ac:chgData name="Subham ." userId="0611116d6cbe10f4" providerId="LiveId" clId="{1C4BF068-B892-4D39-A662-8B72586AA7B2}" dt="2026-09-19T06:33:35.697" v="2873" actId="164"/>
          <ac:grpSpMkLst>
            <pc:docMk/>
            <pc:sldMk cId="3246383392" sldId="260"/>
            <ac:grpSpMk id="55" creationId="{1A5FF1BA-90DF-69F7-AA57-33FEA31591A3}"/>
          </ac:grpSpMkLst>
        </pc:grpChg>
        <pc:grpChg chg="add mod">
          <ac:chgData name="Subham ." userId="0611116d6cbe10f4" providerId="LiveId" clId="{1C4BF068-B892-4D39-A662-8B72586AA7B2}" dt="2026-09-19T06:33:51.563" v="2874" actId="164"/>
          <ac:grpSpMkLst>
            <pc:docMk/>
            <pc:sldMk cId="3246383392" sldId="260"/>
            <ac:grpSpMk id="56" creationId="{5D450BB9-FBCF-2C3D-B2BC-27BE2628F322}"/>
          </ac:grpSpMkLst>
        </pc:grpChg>
        <pc:grpChg chg="add mod">
          <ac:chgData name="Subham ." userId="0611116d6cbe10f4" providerId="LiveId" clId="{1C4BF068-B892-4D39-A662-8B72586AA7B2}" dt="2026-09-19T06:33:58.028" v="2875" actId="164"/>
          <ac:grpSpMkLst>
            <pc:docMk/>
            <pc:sldMk cId="3246383392" sldId="260"/>
            <ac:grpSpMk id="57" creationId="{EBE275F5-DFE9-E6B2-6F5B-01CDF0CA01D3}"/>
          </ac:grpSpMkLst>
        </pc:grpChg>
        <pc:grpChg chg="add mod">
          <ac:chgData name="Subham ." userId="0611116d6cbe10f4" providerId="LiveId" clId="{1C4BF068-B892-4D39-A662-8B72586AA7B2}" dt="2026-09-19T06:34:03.705" v="2876" actId="164"/>
          <ac:grpSpMkLst>
            <pc:docMk/>
            <pc:sldMk cId="3246383392" sldId="260"/>
            <ac:grpSpMk id="58" creationId="{D95988D1-1626-F65D-1919-3DD3D7C742D8}"/>
          </ac:grpSpMkLst>
        </pc:grpChg>
        <pc:picChg chg="add">
          <ac:chgData name="Subham ." userId="0611116d6cbe10f4" providerId="LiveId" clId="{1C4BF068-B892-4D39-A662-8B72586AA7B2}" dt="2026-09-21T07:13:56.668" v="8024" actId="22"/>
          <ac:picMkLst>
            <pc:docMk/>
            <pc:sldMk cId="3246383392" sldId="260"/>
            <ac:picMk id="6" creationId="{01E1234B-7E31-D913-BF55-55115C0E8C28}"/>
          </ac:picMkLst>
        </pc:picChg>
        <pc:picChg chg="add mod ord">
          <ac:chgData name="Subham ." userId="0611116d6cbe10f4" providerId="LiveId" clId="{1C4BF068-B892-4D39-A662-8B72586AA7B2}" dt="2026-09-19T06:33:03.557" v="2871" actId="164"/>
          <ac:picMkLst>
            <pc:docMk/>
            <pc:sldMk cId="3246383392" sldId="260"/>
            <ac:picMk id="39" creationId="{7F477510-80D3-5C7B-E703-3CDD7E661427}"/>
          </ac:picMkLst>
        </pc:picChg>
        <pc:picChg chg="add mod">
          <ac:chgData name="Subham ." userId="0611116d6cbe10f4" providerId="LiveId" clId="{1C4BF068-B892-4D39-A662-8B72586AA7B2}" dt="2026-09-19T06:33:35.697" v="2873" actId="164"/>
          <ac:picMkLst>
            <pc:docMk/>
            <pc:sldMk cId="3246383392" sldId="260"/>
            <ac:picMk id="41" creationId="{E2871B5F-0494-6FF7-52FB-7198CBC3A475}"/>
          </ac:picMkLst>
        </pc:picChg>
        <pc:picChg chg="add mod">
          <ac:chgData name="Subham ." userId="0611116d6cbe10f4" providerId="LiveId" clId="{1C4BF068-B892-4D39-A662-8B72586AA7B2}" dt="2026-09-19T06:33:19.185" v="2872" actId="164"/>
          <ac:picMkLst>
            <pc:docMk/>
            <pc:sldMk cId="3246383392" sldId="260"/>
            <ac:picMk id="43" creationId="{D167AA37-662A-0B81-E15E-CB575CF9EE3F}"/>
          </ac:picMkLst>
        </pc:picChg>
        <pc:picChg chg="add mod">
          <ac:chgData name="Subham ." userId="0611116d6cbe10f4" providerId="LiveId" clId="{1C4BF068-B892-4D39-A662-8B72586AA7B2}" dt="2026-09-19T06:33:51.563" v="2874" actId="164"/>
          <ac:picMkLst>
            <pc:docMk/>
            <pc:sldMk cId="3246383392" sldId="260"/>
            <ac:picMk id="45" creationId="{90E7A84F-4D98-6EB5-E11A-9A5D5E65A2F1}"/>
          </ac:picMkLst>
        </pc:picChg>
        <pc:picChg chg="add mod">
          <ac:chgData name="Subham ." userId="0611116d6cbe10f4" providerId="LiveId" clId="{1C4BF068-B892-4D39-A662-8B72586AA7B2}" dt="2026-09-19T06:34:03.705" v="2876" actId="164"/>
          <ac:picMkLst>
            <pc:docMk/>
            <pc:sldMk cId="3246383392" sldId="260"/>
            <ac:picMk id="47" creationId="{8B85C8F7-AFE7-54E1-D6E1-9E4B7DF049E1}"/>
          </ac:picMkLst>
        </pc:picChg>
        <pc:picChg chg="add mod ord">
          <ac:chgData name="Subham ." userId="0611116d6cbe10f4" providerId="LiveId" clId="{1C4BF068-B892-4D39-A662-8B72586AA7B2}" dt="2026-09-19T06:33:58.028" v="2875" actId="164"/>
          <ac:picMkLst>
            <pc:docMk/>
            <pc:sldMk cId="3246383392" sldId="260"/>
            <ac:picMk id="49" creationId="{5D1B9DBE-00AD-5BAE-4573-CD8962E60DC2}"/>
          </ac:picMkLst>
        </pc:picChg>
      </pc:sldChg>
      <pc:sldChg chg="addSp delSp modSp new mod setBg">
        <pc:chgData name="Subham ." userId="0611116d6cbe10f4" providerId="LiveId" clId="{1C4BF068-B892-4D39-A662-8B72586AA7B2}" dt="2026-09-21T07:56:34.531" v="8083" actId="20577"/>
        <pc:sldMkLst>
          <pc:docMk/>
          <pc:sldMk cId="3701773028" sldId="261"/>
        </pc:sldMkLst>
        <pc:spChg chg="mod">
          <ac:chgData name="Subham ." userId="0611116d6cbe10f4" providerId="LiveId" clId="{1C4BF068-B892-4D39-A662-8B72586AA7B2}" dt="2026-09-19T06:54:29.332" v="3717" actId="14100"/>
          <ac:spMkLst>
            <pc:docMk/>
            <pc:sldMk cId="3701773028" sldId="261"/>
            <ac:spMk id="2" creationId="{F982F946-89D8-7DB2-BAAE-55A22F455B7C}"/>
          </ac:spMkLst>
        </pc:spChg>
        <pc:spChg chg="mod">
          <ac:chgData name="Subham ." userId="0611116d6cbe10f4" providerId="LiveId" clId="{1C4BF068-B892-4D39-A662-8B72586AA7B2}" dt="2026-09-19T07:18:14.496" v="4060" actId="20577"/>
          <ac:spMkLst>
            <pc:docMk/>
            <pc:sldMk cId="3701773028" sldId="261"/>
            <ac:spMk id="3" creationId="{A00A944C-4BDC-4CB3-1218-109403CAB160}"/>
          </ac:spMkLst>
        </pc:spChg>
        <pc:spChg chg="add mod">
          <ac:chgData name="Subham ." userId="0611116d6cbe10f4" providerId="LiveId" clId="{1C4BF068-B892-4D39-A662-8B72586AA7B2}" dt="2026-09-19T07:16:41.066" v="4029" actId="164"/>
          <ac:spMkLst>
            <pc:docMk/>
            <pc:sldMk cId="3701773028" sldId="261"/>
            <ac:spMk id="5" creationId="{267DC885-D162-A799-7E74-A5BA06234E02}"/>
          </ac:spMkLst>
        </pc:spChg>
        <pc:spChg chg="add mod">
          <ac:chgData name="Subham ." userId="0611116d6cbe10f4" providerId="LiveId" clId="{1C4BF068-B892-4D39-A662-8B72586AA7B2}" dt="2026-09-19T07:16:41.066" v="4029" actId="164"/>
          <ac:spMkLst>
            <pc:docMk/>
            <pc:sldMk cId="3701773028" sldId="261"/>
            <ac:spMk id="6" creationId="{26C9D3DC-AF15-F837-2666-96F66276FA73}"/>
          </ac:spMkLst>
        </pc:spChg>
        <pc:spChg chg="add mod">
          <ac:chgData name="Subham ." userId="0611116d6cbe10f4" providerId="LiveId" clId="{1C4BF068-B892-4D39-A662-8B72586AA7B2}" dt="2026-09-19T07:16:47.866" v="4030" actId="164"/>
          <ac:spMkLst>
            <pc:docMk/>
            <pc:sldMk cId="3701773028" sldId="261"/>
            <ac:spMk id="8" creationId="{7D6CB93F-C08F-F90C-122B-EB47B3324056}"/>
          </ac:spMkLst>
        </pc:spChg>
        <pc:spChg chg="add mod">
          <ac:chgData name="Subham ." userId="0611116d6cbe10f4" providerId="LiveId" clId="{1C4BF068-B892-4D39-A662-8B72586AA7B2}" dt="2026-09-19T07:16:59.297" v="4033" actId="164"/>
          <ac:spMkLst>
            <pc:docMk/>
            <pc:sldMk cId="3701773028" sldId="261"/>
            <ac:spMk id="10" creationId="{B158CECB-9213-B116-34E0-8C5B8CBFC5D9}"/>
          </ac:spMkLst>
        </pc:spChg>
        <pc:spChg chg="add mod">
          <ac:chgData name="Subham ." userId="0611116d6cbe10f4" providerId="LiveId" clId="{1C4BF068-B892-4D39-A662-8B72586AA7B2}" dt="2026-09-19T07:17:08.684" v="4034" actId="164"/>
          <ac:spMkLst>
            <pc:docMk/>
            <pc:sldMk cId="3701773028" sldId="261"/>
            <ac:spMk id="12" creationId="{3E52BB45-6521-939E-D947-C7C3BB1261F5}"/>
          </ac:spMkLst>
        </pc:spChg>
        <pc:spChg chg="add mod">
          <ac:chgData name="Subham ." userId="0611116d6cbe10f4" providerId="LiveId" clId="{1C4BF068-B892-4D39-A662-8B72586AA7B2}" dt="2026-09-19T07:17:33.409" v="4038" actId="164"/>
          <ac:spMkLst>
            <pc:docMk/>
            <pc:sldMk cId="3701773028" sldId="261"/>
            <ac:spMk id="14" creationId="{0DBFCFC6-FA7D-BBD2-4C11-220E598D3507}"/>
          </ac:spMkLst>
        </pc:spChg>
        <pc:spChg chg="add mod">
          <ac:chgData name="Subham ." userId="0611116d6cbe10f4" providerId="LiveId" clId="{1C4BF068-B892-4D39-A662-8B72586AA7B2}" dt="2026-09-21T07:56:34.531" v="8083" actId="20577"/>
          <ac:spMkLst>
            <pc:docMk/>
            <pc:sldMk cId="3701773028" sldId="261"/>
            <ac:spMk id="16" creationId="{409F79B7-B12B-A1F4-78F5-769B23A14D34}"/>
          </ac:spMkLst>
        </pc:spChg>
        <pc:spChg chg="add mod">
          <ac:chgData name="Subham ." userId="0611116d6cbe10f4" providerId="LiveId" clId="{1C4BF068-B892-4D39-A662-8B72586AA7B2}" dt="2026-09-19T07:16:47.866" v="4030" actId="164"/>
          <ac:spMkLst>
            <pc:docMk/>
            <pc:sldMk cId="3701773028" sldId="261"/>
            <ac:spMk id="20" creationId="{FB7A1E6F-A714-4266-F487-2C0F8943CF1E}"/>
          </ac:spMkLst>
        </pc:spChg>
        <pc:spChg chg="add mod">
          <ac:chgData name="Subham ." userId="0611116d6cbe10f4" providerId="LiveId" clId="{1C4BF068-B892-4D39-A662-8B72586AA7B2}" dt="2026-09-19T07:16:59.297" v="4033" actId="164"/>
          <ac:spMkLst>
            <pc:docMk/>
            <pc:sldMk cId="3701773028" sldId="261"/>
            <ac:spMk id="22" creationId="{404DFA1A-16B1-6FB5-71D1-00CED89999C8}"/>
          </ac:spMkLst>
        </pc:spChg>
        <pc:spChg chg="add mod">
          <ac:chgData name="Subham ." userId="0611116d6cbe10f4" providerId="LiveId" clId="{1C4BF068-B892-4D39-A662-8B72586AA7B2}" dt="2026-09-19T07:17:08.684" v="4034" actId="164"/>
          <ac:spMkLst>
            <pc:docMk/>
            <pc:sldMk cId="3701773028" sldId="261"/>
            <ac:spMk id="24" creationId="{3B50509E-5005-6F17-B869-E5FB46B4128F}"/>
          </ac:spMkLst>
        </pc:spChg>
        <pc:spChg chg="add mod">
          <ac:chgData name="Subham ." userId="0611116d6cbe10f4" providerId="LiveId" clId="{1C4BF068-B892-4D39-A662-8B72586AA7B2}" dt="2026-09-19T07:17:33.409" v="4038" actId="164"/>
          <ac:spMkLst>
            <pc:docMk/>
            <pc:sldMk cId="3701773028" sldId="261"/>
            <ac:spMk id="26" creationId="{51D1E8EA-619D-C3B1-C290-9A585EC7CCCA}"/>
          </ac:spMkLst>
        </pc:spChg>
        <pc:spChg chg="add mod">
          <ac:chgData name="Subham ." userId="0611116d6cbe10f4" providerId="LiveId" clId="{1C4BF068-B892-4D39-A662-8B72586AA7B2}" dt="2026-09-19T07:17:40.951" v="4039" actId="164"/>
          <ac:spMkLst>
            <pc:docMk/>
            <pc:sldMk cId="3701773028" sldId="261"/>
            <ac:spMk id="28" creationId="{B472547E-92B8-7E95-1F09-267C4643AA12}"/>
          </ac:spMkLst>
        </pc:spChg>
        <pc:spChg chg="add">
          <ac:chgData name="Subham ." userId="0611116d6cbe10f4" providerId="LiveId" clId="{1C4BF068-B892-4D39-A662-8B72586AA7B2}" dt="2026-09-19T06:57:47.678" v="3774" actId="22"/>
          <ac:spMkLst>
            <pc:docMk/>
            <pc:sldMk cId="3701773028" sldId="261"/>
            <ac:spMk id="32" creationId="{AB8F1F5D-41DE-6328-1598-3E3177F68B63}"/>
          </ac:spMkLst>
        </pc:spChg>
        <pc:spChg chg="add mod">
          <ac:chgData name="Subham ." userId="0611116d6cbe10f4" providerId="LiveId" clId="{1C4BF068-B892-4D39-A662-8B72586AA7B2}" dt="2026-09-19T07:15:02.458" v="4024" actId="1076"/>
          <ac:spMkLst>
            <pc:docMk/>
            <pc:sldMk cId="3701773028" sldId="261"/>
            <ac:spMk id="33" creationId="{8D2E98C5-245A-3364-C720-EB0011FBA65E}"/>
          </ac:spMkLst>
        </pc:spChg>
        <pc:grpChg chg="add mod">
          <ac:chgData name="Subham ." userId="0611116d6cbe10f4" providerId="LiveId" clId="{1C4BF068-B892-4D39-A662-8B72586AA7B2}" dt="2026-09-19T07:16:41.066" v="4029" actId="164"/>
          <ac:grpSpMkLst>
            <pc:docMk/>
            <pc:sldMk cId="3701773028" sldId="261"/>
            <ac:grpSpMk id="56" creationId="{F413F9FE-8834-03A3-1AE6-23B2E69A6EDB}"/>
          </ac:grpSpMkLst>
        </pc:grpChg>
        <pc:grpChg chg="add mod">
          <ac:chgData name="Subham ." userId="0611116d6cbe10f4" providerId="LiveId" clId="{1C4BF068-B892-4D39-A662-8B72586AA7B2}" dt="2026-09-19T07:16:47.866" v="4030" actId="164"/>
          <ac:grpSpMkLst>
            <pc:docMk/>
            <pc:sldMk cId="3701773028" sldId="261"/>
            <ac:grpSpMk id="57" creationId="{EC1492C3-7D1C-E338-BE14-F3B08BEC662E}"/>
          </ac:grpSpMkLst>
        </pc:grpChg>
        <pc:grpChg chg="add mod">
          <ac:chgData name="Subham ." userId="0611116d6cbe10f4" providerId="LiveId" clId="{1C4BF068-B892-4D39-A662-8B72586AA7B2}" dt="2026-09-19T07:16:59.297" v="4033" actId="164"/>
          <ac:grpSpMkLst>
            <pc:docMk/>
            <pc:sldMk cId="3701773028" sldId="261"/>
            <ac:grpSpMk id="58" creationId="{EE51B2CD-8CF3-F8A2-AD61-C25CE382CC9E}"/>
          </ac:grpSpMkLst>
        </pc:grpChg>
        <pc:grpChg chg="add mod">
          <ac:chgData name="Subham ." userId="0611116d6cbe10f4" providerId="LiveId" clId="{1C4BF068-B892-4D39-A662-8B72586AA7B2}" dt="2026-09-19T07:17:08.684" v="4034" actId="164"/>
          <ac:grpSpMkLst>
            <pc:docMk/>
            <pc:sldMk cId="3701773028" sldId="261"/>
            <ac:grpSpMk id="59" creationId="{B02F9633-8729-8418-6615-0CAE583ACC69}"/>
          </ac:grpSpMkLst>
        </pc:grpChg>
        <pc:grpChg chg="add mod">
          <ac:chgData name="Subham ." userId="0611116d6cbe10f4" providerId="LiveId" clId="{1C4BF068-B892-4D39-A662-8B72586AA7B2}" dt="2026-09-19T07:17:33.409" v="4038" actId="164"/>
          <ac:grpSpMkLst>
            <pc:docMk/>
            <pc:sldMk cId="3701773028" sldId="261"/>
            <ac:grpSpMk id="61" creationId="{4489C068-DAAF-3A16-6FD7-D973B97012D6}"/>
          </ac:grpSpMkLst>
        </pc:grpChg>
        <pc:grpChg chg="add mod">
          <ac:chgData name="Subham ." userId="0611116d6cbe10f4" providerId="LiveId" clId="{1C4BF068-B892-4D39-A662-8B72586AA7B2}" dt="2026-09-19T07:17:40.951" v="4039" actId="164"/>
          <ac:grpSpMkLst>
            <pc:docMk/>
            <pc:sldMk cId="3701773028" sldId="261"/>
            <ac:grpSpMk id="62" creationId="{8BF65B1D-59B6-B284-9EAE-E78336357CCC}"/>
          </ac:grpSpMkLst>
        </pc:grpChg>
        <pc:picChg chg="add">
          <ac:chgData name="Subham ." userId="0611116d6cbe10f4" providerId="LiveId" clId="{1C4BF068-B892-4D39-A662-8B72586AA7B2}" dt="2026-09-21T07:13:58.251" v="8025" actId="22"/>
          <ac:picMkLst>
            <pc:docMk/>
            <pc:sldMk cId="3701773028" sldId="261"/>
            <ac:picMk id="7" creationId="{5A8E0430-6D8F-906C-EE62-5102B5F5EAD0}"/>
          </ac:picMkLst>
        </pc:picChg>
        <pc:picChg chg="add mod">
          <ac:chgData name="Subham ." userId="0611116d6cbe10f4" providerId="LiveId" clId="{1C4BF068-B892-4D39-A662-8B72586AA7B2}" dt="2026-09-19T07:15:06.470" v="4025" actId="1076"/>
          <ac:picMkLst>
            <pc:docMk/>
            <pc:sldMk cId="3701773028" sldId="261"/>
            <ac:picMk id="35" creationId="{0CD7AF54-F651-FED5-AB4D-70459F414BB7}"/>
          </ac:picMkLst>
        </pc:picChg>
        <pc:picChg chg="add mod">
          <ac:chgData name="Subham ." userId="0611116d6cbe10f4" providerId="LiveId" clId="{1C4BF068-B892-4D39-A662-8B72586AA7B2}" dt="2026-09-19T07:15:09.699" v="4026" actId="1076"/>
          <ac:picMkLst>
            <pc:docMk/>
            <pc:sldMk cId="3701773028" sldId="261"/>
            <ac:picMk id="37" creationId="{C274EB3A-9482-C386-B52C-416E2C5BD8DD}"/>
          </ac:picMkLst>
        </pc:picChg>
        <pc:picChg chg="add mod">
          <ac:chgData name="Subham ." userId="0611116d6cbe10f4" providerId="LiveId" clId="{1C4BF068-B892-4D39-A662-8B72586AA7B2}" dt="2026-09-19T07:15:12.049" v="4027" actId="1076"/>
          <ac:picMkLst>
            <pc:docMk/>
            <pc:sldMk cId="3701773028" sldId="261"/>
            <ac:picMk id="39" creationId="{4E9BC3EE-2794-A6FF-2D23-226D0EF9ED6F}"/>
          </ac:picMkLst>
        </pc:picChg>
        <pc:picChg chg="add mod">
          <ac:chgData name="Subham ." userId="0611116d6cbe10f4" providerId="LiveId" clId="{1C4BF068-B892-4D39-A662-8B72586AA7B2}" dt="2026-09-19T07:16:41.066" v="4029" actId="164"/>
          <ac:picMkLst>
            <pc:docMk/>
            <pc:sldMk cId="3701773028" sldId="261"/>
            <ac:picMk id="41" creationId="{FA3D84DA-C249-6327-5852-B0868E12EEFF}"/>
          </ac:picMkLst>
        </pc:picChg>
        <pc:picChg chg="add mod">
          <ac:chgData name="Subham ." userId="0611116d6cbe10f4" providerId="LiveId" clId="{1C4BF068-B892-4D39-A662-8B72586AA7B2}" dt="2026-09-19T07:16:47.866" v="4030" actId="164"/>
          <ac:picMkLst>
            <pc:docMk/>
            <pc:sldMk cId="3701773028" sldId="261"/>
            <ac:picMk id="47" creationId="{994262A7-71C9-2A8D-45F1-DBEB49513FAB}"/>
          </ac:picMkLst>
        </pc:picChg>
        <pc:picChg chg="add mod">
          <ac:chgData name="Subham ." userId="0611116d6cbe10f4" providerId="LiveId" clId="{1C4BF068-B892-4D39-A662-8B72586AA7B2}" dt="2026-09-19T07:16:59.297" v="4033" actId="164"/>
          <ac:picMkLst>
            <pc:docMk/>
            <pc:sldMk cId="3701773028" sldId="261"/>
            <ac:picMk id="49" creationId="{9767DDD9-5784-1886-A7D2-5D52053A0111}"/>
          </ac:picMkLst>
        </pc:picChg>
        <pc:picChg chg="add mod">
          <ac:chgData name="Subham ." userId="0611116d6cbe10f4" providerId="LiveId" clId="{1C4BF068-B892-4D39-A662-8B72586AA7B2}" dt="2026-09-19T07:17:08.684" v="4034" actId="164"/>
          <ac:picMkLst>
            <pc:docMk/>
            <pc:sldMk cId="3701773028" sldId="261"/>
            <ac:picMk id="51" creationId="{254DFC23-E04C-87C1-45FB-8ABF033513DC}"/>
          </ac:picMkLst>
        </pc:picChg>
        <pc:picChg chg="add mod">
          <ac:chgData name="Subham ." userId="0611116d6cbe10f4" providerId="LiveId" clId="{1C4BF068-B892-4D39-A662-8B72586AA7B2}" dt="2026-09-19T07:17:33.409" v="4038" actId="164"/>
          <ac:picMkLst>
            <pc:docMk/>
            <pc:sldMk cId="3701773028" sldId="261"/>
            <ac:picMk id="53" creationId="{55D6B073-705D-6AB4-E9A0-0F7F4E78C0DD}"/>
          </ac:picMkLst>
        </pc:picChg>
        <pc:picChg chg="add mod">
          <ac:chgData name="Subham ." userId="0611116d6cbe10f4" providerId="LiveId" clId="{1C4BF068-B892-4D39-A662-8B72586AA7B2}" dt="2026-09-19T07:17:40.951" v="4039" actId="164"/>
          <ac:picMkLst>
            <pc:docMk/>
            <pc:sldMk cId="3701773028" sldId="261"/>
            <ac:picMk id="55" creationId="{B6525AF9-72B8-37F6-550B-29388B940C29}"/>
          </ac:picMkLst>
        </pc:picChg>
      </pc:sldChg>
      <pc:sldChg chg="addSp modSp new mod setBg">
        <pc:chgData name="Subham ." userId="0611116d6cbe10f4" providerId="LiveId" clId="{1C4BF068-B892-4D39-A662-8B72586AA7B2}" dt="2026-09-21T07:13:59.963" v="8026" actId="22"/>
        <pc:sldMkLst>
          <pc:docMk/>
          <pc:sldMk cId="2269771524" sldId="262"/>
        </pc:sldMkLst>
        <pc:spChg chg="mod">
          <ac:chgData name="Subham ." userId="0611116d6cbe10f4" providerId="LiveId" clId="{1C4BF068-B892-4D39-A662-8B72586AA7B2}" dt="2026-09-21T06:01:12.101" v="5955" actId="14100"/>
          <ac:spMkLst>
            <pc:docMk/>
            <pc:sldMk cId="2269771524" sldId="262"/>
            <ac:spMk id="2" creationId="{36ED187F-49FE-F65A-DEE7-1DDAAD49ADF5}"/>
          </ac:spMkLst>
        </pc:spChg>
        <pc:spChg chg="mod">
          <ac:chgData name="Subham ." userId="0611116d6cbe10f4" providerId="LiveId" clId="{1C4BF068-B892-4D39-A662-8B72586AA7B2}" dt="2026-09-21T06:01:06.096" v="5954" actId="14100"/>
          <ac:spMkLst>
            <pc:docMk/>
            <pc:sldMk cId="2269771524" sldId="262"/>
            <ac:spMk id="3" creationId="{F542367A-9CE0-4D15-9DE8-94B52B7FDD33}"/>
          </ac:spMkLst>
        </pc:spChg>
        <pc:spChg chg="add mod">
          <ac:chgData name="Subham ." userId="0611116d6cbe10f4" providerId="LiveId" clId="{1C4BF068-B892-4D39-A662-8B72586AA7B2}" dt="2026-09-21T07:13:00.824" v="8015" actId="14100"/>
          <ac:spMkLst>
            <pc:docMk/>
            <pc:sldMk cId="2269771524" sldId="262"/>
            <ac:spMk id="4" creationId="{0FC29607-80E7-9E7B-6BE1-BA2D68CA411B}"/>
          </ac:spMkLst>
        </pc:spChg>
        <pc:spChg chg="add mod">
          <ac:chgData name="Subham ." userId="0611116d6cbe10f4" providerId="LiveId" clId="{1C4BF068-B892-4D39-A662-8B72586AA7B2}" dt="2026-09-21T05:08:45.355" v="4707" actId="164"/>
          <ac:spMkLst>
            <pc:docMk/>
            <pc:sldMk cId="2269771524" sldId="262"/>
            <ac:spMk id="5" creationId="{B829DE4A-2D68-C0C5-AE6A-7C0E752535C0}"/>
          </ac:spMkLst>
        </pc:spChg>
        <pc:spChg chg="add mod">
          <ac:chgData name="Subham ." userId="0611116d6cbe10f4" providerId="LiveId" clId="{1C4BF068-B892-4D39-A662-8B72586AA7B2}" dt="2026-09-21T05:08:51.816" v="4708" actId="164"/>
          <ac:spMkLst>
            <pc:docMk/>
            <pc:sldMk cId="2269771524" sldId="262"/>
            <ac:spMk id="7" creationId="{75BC4A48-84D2-80CB-9639-26CDC9275FE1}"/>
          </ac:spMkLst>
        </pc:spChg>
        <pc:spChg chg="add mod">
          <ac:chgData name="Subham ." userId="0611116d6cbe10f4" providerId="LiveId" clId="{1C4BF068-B892-4D39-A662-8B72586AA7B2}" dt="2026-09-21T05:08:58.393" v="4709" actId="164"/>
          <ac:spMkLst>
            <pc:docMk/>
            <pc:sldMk cId="2269771524" sldId="262"/>
            <ac:spMk id="9" creationId="{CD868A99-ACB9-FD94-4B3C-AC8360B56155}"/>
          </ac:spMkLst>
        </pc:spChg>
        <pc:spChg chg="add mod">
          <ac:chgData name="Subham ." userId="0611116d6cbe10f4" providerId="LiveId" clId="{1C4BF068-B892-4D39-A662-8B72586AA7B2}" dt="2026-09-21T06:00:54.614" v="5953" actId="1037"/>
          <ac:spMkLst>
            <pc:docMk/>
            <pc:sldMk cId="2269771524" sldId="262"/>
            <ac:spMk id="10" creationId="{3FB6B897-9074-4652-1549-BA056F77D46A}"/>
          </ac:spMkLst>
        </pc:spChg>
        <pc:spChg chg="add">
          <ac:chgData name="Subham ." userId="0611116d6cbe10f4" providerId="LiveId" clId="{1C4BF068-B892-4D39-A662-8B72586AA7B2}" dt="2026-09-21T04:59:02.015" v="4650" actId="22"/>
          <ac:spMkLst>
            <pc:docMk/>
            <pc:sldMk cId="2269771524" sldId="262"/>
            <ac:spMk id="12" creationId="{EF5E12AF-D2CE-B8AD-1153-157610BA8F33}"/>
          </ac:spMkLst>
        </pc:spChg>
        <pc:spChg chg="add mod">
          <ac:chgData name="Subham ." userId="0611116d6cbe10f4" providerId="LiveId" clId="{1C4BF068-B892-4D39-A662-8B72586AA7B2}" dt="2026-09-21T05:08:45.355" v="4707" actId="164"/>
          <ac:spMkLst>
            <pc:docMk/>
            <pc:sldMk cId="2269771524" sldId="262"/>
            <ac:spMk id="13" creationId="{F3E049A8-E842-66F6-0B46-EC8402A1C0FD}"/>
          </ac:spMkLst>
        </pc:spChg>
        <pc:spChg chg="add mod">
          <ac:chgData name="Subham ." userId="0611116d6cbe10f4" providerId="LiveId" clId="{1C4BF068-B892-4D39-A662-8B72586AA7B2}" dt="2026-09-21T05:08:51.816" v="4708" actId="164"/>
          <ac:spMkLst>
            <pc:docMk/>
            <pc:sldMk cId="2269771524" sldId="262"/>
            <ac:spMk id="15" creationId="{6B18300D-4FB4-D7EC-F498-4C593D95E088}"/>
          </ac:spMkLst>
        </pc:spChg>
        <pc:spChg chg="add mod">
          <ac:chgData name="Subham ." userId="0611116d6cbe10f4" providerId="LiveId" clId="{1C4BF068-B892-4D39-A662-8B72586AA7B2}" dt="2026-09-21T05:08:58.393" v="4709" actId="164"/>
          <ac:spMkLst>
            <pc:docMk/>
            <pc:sldMk cId="2269771524" sldId="262"/>
            <ac:spMk id="17" creationId="{8A69BCD1-36E7-6AE7-5FC3-26615481D2AD}"/>
          </ac:spMkLst>
        </pc:spChg>
        <pc:grpChg chg="add mod">
          <ac:chgData name="Subham ." userId="0611116d6cbe10f4" providerId="LiveId" clId="{1C4BF068-B892-4D39-A662-8B72586AA7B2}" dt="2026-09-21T06:00:54.614" v="5953" actId="1037"/>
          <ac:grpSpMkLst>
            <pc:docMk/>
            <pc:sldMk cId="2269771524" sldId="262"/>
            <ac:grpSpMk id="24" creationId="{E022DC68-56D9-9A7D-D30B-0D09CA9166B1}"/>
          </ac:grpSpMkLst>
        </pc:grpChg>
        <pc:grpChg chg="add mod">
          <ac:chgData name="Subham ." userId="0611116d6cbe10f4" providerId="LiveId" clId="{1C4BF068-B892-4D39-A662-8B72586AA7B2}" dt="2026-09-21T06:00:54.614" v="5953" actId="1037"/>
          <ac:grpSpMkLst>
            <pc:docMk/>
            <pc:sldMk cId="2269771524" sldId="262"/>
            <ac:grpSpMk id="25" creationId="{6449E9AE-D9E4-4DE3-2477-78C11955058C}"/>
          </ac:grpSpMkLst>
        </pc:grpChg>
        <pc:grpChg chg="add mod">
          <ac:chgData name="Subham ." userId="0611116d6cbe10f4" providerId="LiveId" clId="{1C4BF068-B892-4D39-A662-8B72586AA7B2}" dt="2026-09-21T06:00:54.614" v="5953" actId="1037"/>
          <ac:grpSpMkLst>
            <pc:docMk/>
            <pc:sldMk cId="2269771524" sldId="262"/>
            <ac:grpSpMk id="26" creationId="{4DE0149C-BBE6-6A39-EAF8-086090FF4341}"/>
          </ac:grpSpMkLst>
        </pc:grpChg>
        <pc:picChg chg="add mod">
          <ac:chgData name="Subham ." userId="0611116d6cbe10f4" providerId="LiveId" clId="{1C4BF068-B892-4D39-A662-8B72586AA7B2}" dt="2026-09-21T05:08:51.816" v="4708" actId="164"/>
          <ac:picMkLst>
            <pc:docMk/>
            <pc:sldMk cId="2269771524" sldId="262"/>
            <ac:picMk id="19" creationId="{E3BC86F6-AEA9-80E9-9651-6124EC68F7AB}"/>
          </ac:picMkLst>
        </pc:picChg>
        <pc:picChg chg="add mod">
          <ac:chgData name="Subham ." userId="0611116d6cbe10f4" providerId="LiveId" clId="{1C4BF068-B892-4D39-A662-8B72586AA7B2}" dt="2026-09-21T05:08:58.393" v="4709" actId="164"/>
          <ac:picMkLst>
            <pc:docMk/>
            <pc:sldMk cId="2269771524" sldId="262"/>
            <ac:picMk id="21" creationId="{293C0CCA-91CF-24D6-0751-87C689608C64}"/>
          </ac:picMkLst>
        </pc:picChg>
        <pc:picChg chg="add mod">
          <ac:chgData name="Subham ." userId="0611116d6cbe10f4" providerId="LiveId" clId="{1C4BF068-B892-4D39-A662-8B72586AA7B2}" dt="2026-09-21T05:08:45.355" v="4707" actId="164"/>
          <ac:picMkLst>
            <pc:docMk/>
            <pc:sldMk cId="2269771524" sldId="262"/>
            <ac:picMk id="23" creationId="{31CB6DEE-64B7-E9C6-8646-A2DEA38F5B4F}"/>
          </ac:picMkLst>
        </pc:picChg>
        <pc:picChg chg="add">
          <ac:chgData name="Subham ." userId="0611116d6cbe10f4" providerId="LiveId" clId="{1C4BF068-B892-4D39-A662-8B72586AA7B2}" dt="2026-09-21T07:13:59.963" v="8026" actId="22"/>
          <ac:picMkLst>
            <pc:docMk/>
            <pc:sldMk cId="2269771524" sldId="262"/>
            <ac:picMk id="28" creationId="{F89C09F2-B9DC-5F81-D47B-381171583EA8}"/>
          </ac:picMkLst>
        </pc:picChg>
      </pc:sldChg>
      <pc:sldChg chg="addSp delSp modSp new mod setBg">
        <pc:chgData name="Subham ." userId="0611116d6cbe10f4" providerId="LiveId" clId="{1C4BF068-B892-4D39-A662-8B72586AA7B2}" dt="2026-09-21T07:14:01.443" v="8027" actId="22"/>
        <pc:sldMkLst>
          <pc:docMk/>
          <pc:sldMk cId="2644195149" sldId="263"/>
        </pc:sldMkLst>
        <pc:spChg chg="mod">
          <ac:chgData name="Subham ." userId="0611116d6cbe10f4" providerId="LiveId" clId="{1C4BF068-B892-4D39-A662-8B72586AA7B2}" dt="2026-09-21T06:01:36.017" v="5991" actId="14100"/>
          <ac:spMkLst>
            <pc:docMk/>
            <pc:sldMk cId="2644195149" sldId="263"/>
            <ac:spMk id="2" creationId="{6906B348-59F7-808D-4124-5CE262544AFA}"/>
          </ac:spMkLst>
        </pc:spChg>
        <pc:spChg chg="mod">
          <ac:chgData name="Subham ." userId="0611116d6cbe10f4" providerId="LiveId" clId="{1C4BF068-B892-4D39-A662-8B72586AA7B2}" dt="2026-09-21T05:33:12.320" v="5336" actId="1076"/>
          <ac:spMkLst>
            <pc:docMk/>
            <pc:sldMk cId="2644195149" sldId="263"/>
            <ac:spMk id="3" creationId="{DDB3F05D-CA15-017E-9F76-7CA66973DD39}"/>
          </ac:spMkLst>
        </pc:spChg>
        <pc:spChg chg="mod">
          <ac:chgData name="Subham ." userId="0611116d6cbe10f4" providerId="LiveId" clId="{1C4BF068-B892-4D39-A662-8B72586AA7B2}" dt="2026-09-21T07:13:09.161" v="8016" actId="14100"/>
          <ac:spMkLst>
            <pc:docMk/>
            <pc:sldMk cId="2644195149" sldId="263"/>
            <ac:spMk id="5" creationId="{D0793769-1151-AC24-96EF-1FF6D11F2D3B}"/>
          </ac:spMkLst>
        </pc:spChg>
        <pc:spChg chg="mod">
          <ac:chgData name="Subham ." userId="0611116d6cbe10f4" providerId="LiveId" clId="{1C4BF068-B892-4D39-A662-8B72586AA7B2}" dt="2026-09-21T05:10:56.352" v="4737"/>
          <ac:spMkLst>
            <pc:docMk/>
            <pc:sldMk cId="2644195149" sldId="263"/>
            <ac:spMk id="6" creationId="{68D203B8-52CF-A7A4-6ED8-D1F023C586DF}"/>
          </ac:spMkLst>
        </pc:spChg>
        <pc:spChg chg="mod">
          <ac:chgData name="Subham ." userId="0611116d6cbe10f4" providerId="LiveId" clId="{1C4BF068-B892-4D39-A662-8B72586AA7B2}" dt="2026-09-21T07:13:16.286" v="8018" actId="14100"/>
          <ac:spMkLst>
            <pc:docMk/>
            <pc:sldMk cId="2644195149" sldId="263"/>
            <ac:spMk id="9" creationId="{DD09B013-108B-D742-0582-D60F74F05474}"/>
          </ac:spMkLst>
        </pc:spChg>
        <pc:spChg chg="mod">
          <ac:chgData name="Subham ." userId="0611116d6cbe10f4" providerId="LiveId" clId="{1C4BF068-B892-4D39-A662-8B72586AA7B2}" dt="2026-09-21T05:13:15.833" v="4796"/>
          <ac:spMkLst>
            <pc:docMk/>
            <pc:sldMk cId="2644195149" sldId="263"/>
            <ac:spMk id="10" creationId="{CE5D331D-8527-2178-D92D-7626E694A89E}"/>
          </ac:spMkLst>
        </pc:spChg>
        <pc:spChg chg="mod">
          <ac:chgData name="Subham ." userId="0611116d6cbe10f4" providerId="LiveId" clId="{1C4BF068-B892-4D39-A662-8B72586AA7B2}" dt="2026-09-21T07:13:19.951" v="8019" actId="14100"/>
          <ac:spMkLst>
            <pc:docMk/>
            <pc:sldMk cId="2644195149" sldId="263"/>
            <ac:spMk id="13" creationId="{5C7D56DA-781E-A6E1-2968-C3036D942F4B}"/>
          </ac:spMkLst>
        </pc:spChg>
        <pc:spChg chg="mod">
          <ac:chgData name="Subham ." userId="0611116d6cbe10f4" providerId="LiveId" clId="{1C4BF068-B892-4D39-A662-8B72586AA7B2}" dt="2026-09-21T05:15:24.731" v="4829"/>
          <ac:spMkLst>
            <pc:docMk/>
            <pc:sldMk cId="2644195149" sldId="263"/>
            <ac:spMk id="14" creationId="{49715924-E816-CE1B-2942-1CC43A9B6375}"/>
          </ac:spMkLst>
        </pc:spChg>
        <pc:spChg chg="mod">
          <ac:chgData name="Subham ." userId="0611116d6cbe10f4" providerId="LiveId" clId="{1C4BF068-B892-4D39-A662-8B72586AA7B2}" dt="2026-09-21T07:13:23.333" v="8020" actId="14100"/>
          <ac:spMkLst>
            <pc:docMk/>
            <pc:sldMk cId="2644195149" sldId="263"/>
            <ac:spMk id="17" creationId="{19FDEDB1-012D-A2EE-07B4-3E0FFB9E510B}"/>
          </ac:spMkLst>
        </pc:spChg>
        <pc:spChg chg="mod">
          <ac:chgData name="Subham ." userId="0611116d6cbe10f4" providerId="LiveId" clId="{1C4BF068-B892-4D39-A662-8B72586AA7B2}" dt="2026-09-21T05:17:14.630" v="4882"/>
          <ac:spMkLst>
            <pc:docMk/>
            <pc:sldMk cId="2644195149" sldId="263"/>
            <ac:spMk id="18" creationId="{68B927A9-2193-2DEE-AA7B-D8ABEB91D2E3}"/>
          </ac:spMkLst>
        </pc:spChg>
        <pc:spChg chg="add del mod">
          <ac:chgData name="Subham ." userId="0611116d6cbe10f4" providerId="LiveId" clId="{1C4BF068-B892-4D39-A662-8B72586AA7B2}" dt="2026-09-21T05:19:59.883" v="4939" actId="22"/>
          <ac:spMkLst>
            <pc:docMk/>
            <pc:sldMk cId="2644195149" sldId="263"/>
            <ac:spMk id="21" creationId="{640C1949-CA96-5B66-3459-EBB16FDB668E}"/>
          </ac:spMkLst>
        </pc:spChg>
        <pc:spChg chg="add mod">
          <ac:chgData name="Subham ." userId="0611116d6cbe10f4" providerId="LiveId" clId="{1C4BF068-B892-4D39-A662-8B72586AA7B2}" dt="2026-09-21T05:33:31.178" v="5337" actId="164"/>
          <ac:spMkLst>
            <pc:docMk/>
            <pc:sldMk cId="2644195149" sldId="263"/>
            <ac:spMk id="23" creationId="{1D8B8E05-8752-FB96-D272-019BAE1ACAD9}"/>
          </ac:spMkLst>
        </pc:spChg>
        <pc:spChg chg="add mod">
          <ac:chgData name="Subham ." userId="0611116d6cbe10f4" providerId="LiveId" clId="{1C4BF068-B892-4D39-A662-8B72586AA7B2}" dt="2026-09-21T05:33:31.178" v="5337" actId="164"/>
          <ac:spMkLst>
            <pc:docMk/>
            <pc:sldMk cId="2644195149" sldId="263"/>
            <ac:spMk id="24" creationId="{0D0D6897-D18F-B8F0-1A6D-6A8D138063D8}"/>
          </ac:spMkLst>
        </pc:spChg>
        <pc:spChg chg="add mod">
          <ac:chgData name="Subham ." userId="0611116d6cbe10f4" providerId="LiveId" clId="{1C4BF068-B892-4D39-A662-8B72586AA7B2}" dt="2026-09-21T06:01:26.622" v="5989" actId="1038"/>
          <ac:spMkLst>
            <pc:docMk/>
            <pc:sldMk cId="2644195149" sldId="263"/>
            <ac:spMk id="27" creationId="{F242E2CE-EFB5-8F33-7A01-E116131AE846}"/>
          </ac:spMkLst>
        </pc:spChg>
        <pc:spChg chg="add">
          <ac:chgData name="Subham ." userId="0611116d6cbe10f4" providerId="LiveId" clId="{1C4BF068-B892-4D39-A662-8B72586AA7B2}" dt="2026-09-21T05:29:09.616" v="5334" actId="22"/>
          <ac:spMkLst>
            <pc:docMk/>
            <pc:sldMk cId="2644195149" sldId="263"/>
            <ac:spMk id="29" creationId="{BFF3C4BC-E96A-65F7-AC2B-AC28F31EA6D2}"/>
          </ac:spMkLst>
        </pc:spChg>
        <pc:grpChg chg="add mod">
          <ac:chgData name="Subham ." userId="0611116d6cbe10f4" providerId="LiveId" clId="{1C4BF068-B892-4D39-A662-8B72586AA7B2}" dt="2026-09-21T06:01:26.622" v="5989" actId="1038"/>
          <ac:grpSpMkLst>
            <pc:docMk/>
            <pc:sldMk cId="2644195149" sldId="263"/>
            <ac:grpSpMk id="4" creationId="{F23DE428-9CFA-4AC1-5174-D710337BD988}"/>
          </ac:grpSpMkLst>
        </pc:grpChg>
        <pc:grpChg chg="add mod">
          <ac:chgData name="Subham ." userId="0611116d6cbe10f4" providerId="LiveId" clId="{1C4BF068-B892-4D39-A662-8B72586AA7B2}" dt="2026-09-21T06:01:26.622" v="5989" actId="1038"/>
          <ac:grpSpMkLst>
            <pc:docMk/>
            <pc:sldMk cId="2644195149" sldId="263"/>
            <ac:grpSpMk id="8" creationId="{FE72DDD0-87A2-E699-43B9-EA6BF4AF1D0E}"/>
          </ac:grpSpMkLst>
        </pc:grpChg>
        <pc:grpChg chg="add mod">
          <ac:chgData name="Subham ." userId="0611116d6cbe10f4" providerId="LiveId" clId="{1C4BF068-B892-4D39-A662-8B72586AA7B2}" dt="2026-09-21T06:01:26.622" v="5989" actId="1038"/>
          <ac:grpSpMkLst>
            <pc:docMk/>
            <pc:sldMk cId="2644195149" sldId="263"/>
            <ac:grpSpMk id="12" creationId="{73D5E22F-D03F-720D-6E11-6F3BA5FAEC3C}"/>
          </ac:grpSpMkLst>
        </pc:grpChg>
        <pc:grpChg chg="add mod">
          <ac:chgData name="Subham ." userId="0611116d6cbe10f4" providerId="LiveId" clId="{1C4BF068-B892-4D39-A662-8B72586AA7B2}" dt="2026-09-21T06:01:26.622" v="5989" actId="1038"/>
          <ac:grpSpMkLst>
            <pc:docMk/>
            <pc:sldMk cId="2644195149" sldId="263"/>
            <ac:grpSpMk id="16" creationId="{F9B8A995-734A-FB13-8FFB-3E12B2BE6F3E}"/>
          </ac:grpSpMkLst>
        </pc:grpChg>
        <pc:grpChg chg="add mod">
          <ac:chgData name="Subham ." userId="0611116d6cbe10f4" providerId="LiveId" clId="{1C4BF068-B892-4D39-A662-8B72586AA7B2}" dt="2026-09-21T06:01:26.622" v="5989" actId="1038"/>
          <ac:grpSpMkLst>
            <pc:docMk/>
            <pc:sldMk cId="2644195149" sldId="263"/>
            <ac:grpSpMk id="30" creationId="{35E42A5F-3969-E072-9981-6441A567A3AC}"/>
          </ac:grpSpMkLst>
        </pc:grpChg>
        <pc:picChg chg="mod">
          <ac:chgData name="Subham ." userId="0611116d6cbe10f4" providerId="LiveId" clId="{1C4BF068-B892-4D39-A662-8B72586AA7B2}" dt="2026-09-21T05:10:56.352" v="4737"/>
          <ac:picMkLst>
            <pc:docMk/>
            <pc:sldMk cId="2644195149" sldId="263"/>
            <ac:picMk id="7" creationId="{32F9C59F-4047-68FE-7631-0F11CB8BEE70}"/>
          </ac:picMkLst>
        </pc:picChg>
        <pc:picChg chg="mod">
          <ac:chgData name="Subham ." userId="0611116d6cbe10f4" providerId="LiveId" clId="{1C4BF068-B892-4D39-A662-8B72586AA7B2}" dt="2026-09-21T05:13:15.833" v="4796"/>
          <ac:picMkLst>
            <pc:docMk/>
            <pc:sldMk cId="2644195149" sldId="263"/>
            <ac:picMk id="11" creationId="{1E160612-139B-4C3A-477D-311765DFA177}"/>
          </ac:picMkLst>
        </pc:picChg>
        <pc:picChg chg="mod">
          <ac:chgData name="Subham ." userId="0611116d6cbe10f4" providerId="LiveId" clId="{1C4BF068-B892-4D39-A662-8B72586AA7B2}" dt="2026-09-21T05:15:24.731" v="4829"/>
          <ac:picMkLst>
            <pc:docMk/>
            <pc:sldMk cId="2644195149" sldId="263"/>
            <ac:picMk id="15" creationId="{AAFF168B-542D-1FA8-6098-F2D564904E7E}"/>
          </ac:picMkLst>
        </pc:picChg>
        <pc:picChg chg="mod">
          <ac:chgData name="Subham ." userId="0611116d6cbe10f4" providerId="LiveId" clId="{1C4BF068-B892-4D39-A662-8B72586AA7B2}" dt="2026-09-21T05:17:14.630" v="4882"/>
          <ac:picMkLst>
            <pc:docMk/>
            <pc:sldMk cId="2644195149" sldId="263"/>
            <ac:picMk id="19" creationId="{282FC353-CF49-6B8A-EB7E-BC420BDE4134}"/>
          </ac:picMkLst>
        </pc:picChg>
        <pc:picChg chg="add mod">
          <ac:chgData name="Subham ." userId="0611116d6cbe10f4" providerId="LiveId" clId="{1C4BF068-B892-4D39-A662-8B72586AA7B2}" dt="2026-09-21T05:33:31.178" v="5337" actId="164"/>
          <ac:picMkLst>
            <pc:docMk/>
            <pc:sldMk cId="2644195149" sldId="263"/>
            <ac:picMk id="26" creationId="{2578FCAE-DEFB-AC54-8131-C6A5413734E1}"/>
          </ac:picMkLst>
        </pc:picChg>
        <pc:picChg chg="add">
          <ac:chgData name="Subham ." userId="0611116d6cbe10f4" providerId="LiveId" clId="{1C4BF068-B892-4D39-A662-8B72586AA7B2}" dt="2026-09-21T07:14:01.443" v="8027" actId="22"/>
          <ac:picMkLst>
            <pc:docMk/>
            <pc:sldMk cId="2644195149" sldId="263"/>
            <ac:picMk id="32" creationId="{2BC251CA-988E-7F28-0B2F-BDC56FE70AD6}"/>
          </ac:picMkLst>
        </pc:picChg>
      </pc:sldChg>
      <pc:sldChg chg="addSp modSp new mod setBg">
        <pc:chgData name="Subham ." userId="0611116d6cbe10f4" providerId="LiveId" clId="{1C4BF068-B892-4D39-A662-8B72586AA7B2}" dt="2026-09-21T07:58:28.265" v="8095" actId="2710"/>
        <pc:sldMkLst>
          <pc:docMk/>
          <pc:sldMk cId="3473516665" sldId="264"/>
        </pc:sldMkLst>
        <pc:spChg chg="mod">
          <ac:chgData name="Subham ." userId="0611116d6cbe10f4" providerId="LiveId" clId="{1C4BF068-B892-4D39-A662-8B72586AA7B2}" dt="2026-09-21T05:40:45.529" v="5615" actId="14100"/>
          <ac:spMkLst>
            <pc:docMk/>
            <pc:sldMk cId="3473516665" sldId="264"/>
            <ac:spMk id="2" creationId="{D04DD5DD-4A6F-363C-F404-5DB1DFB03EC1}"/>
          </ac:spMkLst>
        </pc:spChg>
        <pc:spChg chg="mod">
          <ac:chgData name="Subham ." userId="0611116d6cbe10f4" providerId="LiveId" clId="{1C4BF068-B892-4D39-A662-8B72586AA7B2}" dt="2026-09-21T05:35:21.144" v="5382" actId="20577"/>
          <ac:spMkLst>
            <pc:docMk/>
            <pc:sldMk cId="3473516665" sldId="264"/>
            <ac:spMk id="3" creationId="{FC3C0B9A-C63D-7941-E0A7-8516D16A204D}"/>
          </ac:spMkLst>
        </pc:spChg>
        <pc:spChg chg="add">
          <ac:chgData name="Subham ." userId="0611116d6cbe10f4" providerId="LiveId" clId="{1C4BF068-B892-4D39-A662-8B72586AA7B2}" dt="2026-09-21T05:35:26.039" v="5383" actId="22"/>
          <ac:spMkLst>
            <pc:docMk/>
            <pc:sldMk cId="3473516665" sldId="264"/>
            <ac:spMk id="5" creationId="{6634EFEB-A585-F842-B670-71E3D5E32423}"/>
          </ac:spMkLst>
        </pc:spChg>
        <pc:spChg chg="add mod">
          <ac:chgData name="Subham ." userId="0611116d6cbe10f4" providerId="LiveId" clId="{1C4BF068-B892-4D39-A662-8B72586AA7B2}" dt="2026-09-21T07:58:28.265" v="8095" actId="2710"/>
          <ac:spMkLst>
            <pc:docMk/>
            <pc:sldMk cId="3473516665" sldId="264"/>
            <ac:spMk id="7" creationId="{1844DA19-AB00-7940-7648-976E6DECB7ED}"/>
          </ac:spMkLst>
        </pc:spChg>
        <pc:spChg chg="add mod">
          <ac:chgData name="Subham ." userId="0611116d6cbe10f4" providerId="LiveId" clId="{1C4BF068-B892-4D39-A662-8B72586AA7B2}" dt="2026-09-21T07:57:53.504" v="8091" actId="20577"/>
          <ac:spMkLst>
            <pc:docMk/>
            <pc:sldMk cId="3473516665" sldId="264"/>
            <ac:spMk id="8" creationId="{E6E0642B-00E5-CBBF-36FC-D467032377AE}"/>
          </ac:spMkLst>
        </pc:spChg>
        <pc:spChg chg="add mod">
          <ac:chgData name="Subham ." userId="0611116d6cbe10f4" providerId="LiveId" clId="{1C4BF068-B892-4D39-A662-8B72586AA7B2}" dt="2026-09-21T07:57:29.078" v="8084"/>
          <ac:spMkLst>
            <pc:docMk/>
            <pc:sldMk cId="3473516665" sldId="264"/>
            <ac:spMk id="10" creationId="{482DA5F4-5E25-75F7-F98F-F6EE4EC99277}"/>
          </ac:spMkLst>
        </pc:spChg>
        <pc:spChg chg="add mod">
          <ac:chgData name="Subham ." userId="0611116d6cbe10f4" providerId="LiveId" clId="{1C4BF068-B892-4D39-A662-8B72586AA7B2}" dt="2026-09-21T07:58:00.159" v="8092" actId="20577"/>
          <ac:spMkLst>
            <pc:docMk/>
            <pc:sldMk cId="3473516665" sldId="264"/>
            <ac:spMk id="12" creationId="{7BF8D730-A0D6-1764-190A-A31DE38FCBDF}"/>
          </ac:spMkLst>
        </pc:spChg>
        <pc:picChg chg="add mod">
          <ac:chgData name="Subham ." userId="0611116d6cbe10f4" providerId="LiveId" clId="{1C4BF068-B892-4D39-A662-8B72586AA7B2}" dt="2026-09-21T05:55:15.270" v="5913" actId="14100"/>
          <ac:picMkLst>
            <pc:docMk/>
            <pc:sldMk cId="3473516665" sldId="264"/>
            <ac:picMk id="14" creationId="{495D0762-0D60-04CE-8F7F-93672527C32F}"/>
          </ac:picMkLst>
        </pc:picChg>
        <pc:picChg chg="add">
          <ac:chgData name="Subham ." userId="0611116d6cbe10f4" providerId="LiveId" clId="{1C4BF068-B892-4D39-A662-8B72586AA7B2}" dt="2026-09-21T07:14:03.155" v="8028" actId="22"/>
          <ac:picMkLst>
            <pc:docMk/>
            <pc:sldMk cId="3473516665" sldId="264"/>
            <ac:picMk id="16" creationId="{89D9E222-CBCD-C3EF-2C3C-D1C99643BC1C}"/>
          </ac:picMkLst>
        </pc:picChg>
      </pc:sldChg>
      <pc:sldChg chg="addSp modSp new mod setBg">
        <pc:chgData name="Subham ." userId="0611116d6cbe10f4" providerId="LiveId" clId="{1C4BF068-B892-4D39-A662-8B72586AA7B2}" dt="2026-09-21T07:14:04.980" v="8029" actId="22"/>
        <pc:sldMkLst>
          <pc:docMk/>
          <pc:sldMk cId="551507505" sldId="265"/>
        </pc:sldMkLst>
        <pc:spChg chg="mod">
          <ac:chgData name="Subham ." userId="0611116d6cbe10f4" providerId="LiveId" clId="{1C4BF068-B892-4D39-A662-8B72586AA7B2}" dt="2026-09-21T06:20:04.466" v="6534" actId="20577"/>
          <ac:spMkLst>
            <pc:docMk/>
            <pc:sldMk cId="551507505" sldId="265"/>
            <ac:spMk id="2" creationId="{D93B77AD-0D75-8FB9-F2C3-6D362E88BD31}"/>
          </ac:spMkLst>
        </pc:spChg>
        <pc:spChg chg="mod">
          <ac:chgData name="Subham ." userId="0611116d6cbe10f4" providerId="LiveId" clId="{1C4BF068-B892-4D39-A662-8B72586AA7B2}" dt="2026-09-21T06:03:33.006" v="6025" actId="20577"/>
          <ac:spMkLst>
            <pc:docMk/>
            <pc:sldMk cId="551507505" sldId="265"/>
            <ac:spMk id="3" creationId="{89EB1624-D617-3A1C-7B5A-BA870D36B6D1}"/>
          </ac:spMkLst>
        </pc:spChg>
        <pc:spChg chg="add">
          <ac:chgData name="Subham ." userId="0611116d6cbe10f4" providerId="LiveId" clId="{1C4BF068-B892-4D39-A662-8B72586AA7B2}" dt="2026-09-21T06:03:41.708" v="6026" actId="22"/>
          <ac:spMkLst>
            <pc:docMk/>
            <pc:sldMk cId="551507505" sldId="265"/>
            <ac:spMk id="5" creationId="{D68B59EB-10BA-D151-ADD6-A7D78FD9A4DA}"/>
          </ac:spMkLst>
        </pc:spChg>
        <pc:spChg chg="add mod">
          <ac:chgData name="Subham ." userId="0611116d6cbe10f4" providerId="LiveId" clId="{1C4BF068-B892-4D39-A662-8B72586AA7B2}" dt="2026-09-21T06:12:11.110" v="6360" actId="1035"/>
          <ac:spMkLst>
            <pc:docMk/>
            <pc:sldMk cId="551507505" sldId="265"/>
            <ac:spMk id="16" creationId="{D14F9235-D683-FF0A-7CF4-E9180ACC2B7D}"/>
          </ac:spMkLst>
        </pc:spChg>
        <pc:spChg chg="add mod">
          <ac:chgData name="Subham ." userId="0611116d6cbe10f4" providerId="LiveId" clId="{1C4BF068-B892-4D39-A662-8B72586AA7B2}" dt="2026-09-21T06:23:28.160" v="6564" actId="1036"/>
          <ac:spMkLst>
            <pc:docMk/>
            <pc:sldMk cId="551507505" sldId="265"/>
            <ac:spMk id="17" creationId="{C94AF6E5-FBB8-F101-CDCA-9A8EB28D94C9}"/>
          </ac:spMkLst>
        </pc:spChg>
        <pc:spChg chg="add mod">
          <ac:chgData name="Subham ." userId="0611116d6cbe10f4" providerId="LiveId" clId="{1C4BF068-B892-4D39-A662-8B72586AA7B2}" dt="2026-09-21T06:23:37.122" v="6566" actId="14100"/>
          <ac:spMkLst>
            <pc:docMk/>
            <pc:sldMk cId="551507505" sldId="265"/>
            <ac:spMk id="19" creationId="{02ECACC0-D3EE-B778-2A88-F53B685F9CD8}"/>
          </ac:spMkLst>
        </pc:spChg>
        <pc:spChg chg="add mod">
          <ac:chgData name="Subham ." userId="0611116d6cbe10f4" providerId="LiveId" clId="{1C4BF068-B892-4D39-A662-8B72586AA7B2}" dt="2026-09-21T06:24:17.888" v="6575" actId="408"/>
          <ac:spMkLst>
            <pc:docMk/>
            <pc:sldMk cId="551507505" sldId="265"/>
            <ac:spMk id="21" creationId="{89BDDF18-F486-54EB-821F-4ABEE5B9C92F}"/>
          </ac:spMkLst>
        </pc:spChg>
        <pc:spChg chg="add mod">
          <ac:chgData name="Subham ." userId="0611116d6cbe10f4" providerId="LiveId" clId="{1C4BF068-B892-4D39-A662-8B72586AA7B2}" dt="2026-09-21T06:24:17.888" v="6575" actId="408"/>
          <ac:spMkLst>
            <pc:docMk/>
            <pc:sldMk cId="551507505" sldId="265"/>
            <ac:spMk id="23" creationId="{5BF8DD4B-5DB5-0174-384C-B77D9F4D268B}"/>
          </ac:spMkLst>
        </pc:spChg>
        <pc:spChg chg="add mod">
          <ac:chgData name="Subham ." userId="0611116d6cbe10f4" providerId="LiveId" clId="{1C4BF068-B892-4D39-A662-8B72586AA7B2}" dt="2026-09-21T06:24:17.888" v="6575" actId="408"/>
          <ac:spMkLst>
            <pc:docMk/>
            <pc:sldMk cId="551507505" sldId="265"/>
            <ac:spMk id="25" creationId="{391A5D41-FCF5-446E-BB48-44D340C32F59}"/>
          </ac:spMkLst>
        </pc:spChg>
        <pc:spChg chg="add mod">
          <ac:chgData name="Subham ." userId="0611116d6cbe10f4" providerId="LiveId" clId="{1C4BF068-B892-4D39-A662-8B72586AA7B2}" dt="2026-09-21T06:24:02.606" v="6574" actId="14100"/>
          <ac:spMkLst>
            <pc:docMk/>
            <pc:sldMk cId="551507505" sldId="265"/>
            <ac:spMk id="27" creationId="{BBAEC92C-AD2E-CC17-DD72-9C57D42A6006}"/>
          </ac:spMkLst>
        </pc:spChg>
        <pc:picChg chg="add mod">
          <ac:chgData name="Subham ." userId="0611116d6cbe10f4" providerId="LiveId" clId="{1C4BF068-B892-4D39-A662-8B72586AA7B2}" dt="2026-09-21T06:12:11.110" v="6360" actId="1035"/>
          <ac:picMkLst>
            <pc:docMk/>
            <pc:sldMk cId="551507505" sldId="265"/>
            <ac:picMk id="7" creationId="{0300ECA3-6D3C-CB37-8E81-3AA24C49142E}"/>
          </ac:picMkLst>
        </pc:picChg>
        <pc:picChg chg="add mod">
          <ac:chgData name="Subham ." userId="0611116d6cbe10f4" providerId="LiveId" clId="{1C4BF068-B892-4D39-A662-8B72586AA7B2}" dt="2026-09-21T06:12:11.110" v="6360" actId="1035"/>
          <ac:picMkLst>
            <pc:docMk/>
            <pc:sldMk cId="551507505" sldId="265"/>
            <ac:picMk id="9" creationId="{4F4E0D86-E5B3-DEEA-DFBE-00010D4695F6}"/>
          </ac:picMkLst>
        </pc:picChg>
        <pc:picChg chg="add mod">
          <ac:chgData name="Subham ." userId="0611116d6cbe10f4" providerId="LiveId" clId="{1C4BF068-B892-4D39-A662-8B72586AA7B2}" dt="2026-09-21T06:12:11.110" v="6360" actId="1035"/>
          <ac:picMkLst>
            <pc:docMk/>
            <pc:sldMk cId="551507505" sldId="265"/>
            <ac:picMk id="11" creationId="{E09757C1-7E83-7EDC-7141-8553CD9A2B99}"/>
          </ac:picMkLst>
        </pc:picChg>
        <pc:picChg chg="add mod">
          <ac:chgData name="Subham ." userId="0611116d6cbe10f4" providerId="LiveId" clId="{1C4BF068-B892-4D39-A662-8B72586AA7B2}" dt="2026-09-21T06:12:11.110" v="6360" actId="1035"/>
          <ac:picMkLst>
            <pc:docMk/>
            <pc:sldMk cId="551507505" sldId="265"/>
            <ac:picMk id="13" creationId="{2DF93C62-F722-7C1D-0D69-A4D44B81B2D6}"/>
          </ac:picMkLst>
        </pc:picChg>
        <pc:picChg chg="add mod">
          <ac:chgData name="Subham ." userId="0611116d6cbe10f4" providerId="LiveId" clId="{1C4BF068-B892-4D39-A662-8B72586AA7B2}" dt="2026-09-21T06:12:11.110" v="6360" actId="1035"/>
          <ac:picMkLst>
            <pc:docMk/>
            <pc:sldMk cId="551507505" sldId="265"/>
            <ac:picMk id="15" creationId="{84C4C62D-39BF-1E40-EA27-C996ACD279F9}"/>
          </ac:picMkLst>
        </pc:picChg>
        <pc:picChg chg="add">
          <ac:chgData name="Subham ." userId="0611116d6cbe10f4" providerId="LiveId" clId="{1C4BF068-B892-4D39-A662-8B72586AA7B2}" dt="2026-09-21T07:14:04.980" v="8029" actId="22"/>
          <ac:picMkLst>
            <pc:docMk/>
            <pc:sldMk cId="551507505" sldId="265"/>
            <ac:picMk id="29" creationId="{DD1B6CAF-1842-0BD9-D0FA-9712671A434C}"/>
          </ac:picMkLst>
        </pc:picChg>
      </pc:sldChg>
      <pc:sldChg chg="addSp delSp modSp new mod setBg">
        <pc:chgData name="Subham ." userId="0611116d6cbe10f4" providerId="LiveId" clId="{1C4BF068-B892-4D39-A662-8B72586AA7B2}" dt="2026-09-21T07:14:06.580" v="8030" actId="22"/>
        <pc:sldMkLst>
          <pc:docMk/>
          <pc:sldMk cId="2292156842" sldId="266"/>
        </pc:sldMkLst>
        <pc:spChg chg="mod">
          <ac:chgData name="Subham ." userId="0611116d6cbe10f4" providerId="LiveId" clId="{1C4BF068-B892-4D39-A662-8B72586AA7B2}" dt="2026-09-21T06:26:38.631" v="6638" actId="207"/>
          <ac:spMkLst>
            <pc:docMk/>
            <pc:sldMk cId="2292156842" sldId="266"/>
            <ac:spMk id="2" creationId="{85217D6F-4CBF-BC87-0E56-BD2EAE22BFF1}"/>
          </ac:spMkLst>
        </pc:spChg>
        <pc:spChg chg="mod">
          <ac:chgData name="Subham ." userId="0611116d6cbe10f4" providerId="LiveId" clId="{1C4BF068-B892-4D39-A662-8B72586AA7B2}" dt="2026-09-21T06:43:33.091" v="7327" actId="1036"/>
          <ac:spMkLst>
            <pc:docMk/>
            <pc:sldMk cId="2292156842" sldId="266"/>
            <ac:spMk id="3" creationId="{4FFDF078-50EC-2FA9-EB49-D52E4DD2CB41}"/>
          </ac:spMkLst>
        </pc:spChg>
        <pc:spChg chg="add mod">
          <ac:chgData name="Subham ." userId="0611116d6cbe10f4" providerId="LiveId" clId="{1C4BF068-B892-4D39-A662-8B72586AA7B2}" dt="2026-09-21T06:42:59.774" v="7305" actId="164"/>
          <ac:spMkLst>
            <pc:docMk/>
            <pc:sldMk cId="2292156842" sldId="266"/>
            <ac:spMk id="4" creationId="{38754A23-D707-32B6-51C7-5366578AF5BB}"/>
          </ac:spMkLst>
        </pc:spChg>
        <pc:spChg chg="add mod topLvl">
          <ac:chgData name="Subham ." userId="0611116d6cbe10f4" providerId="LiveId" clId="{1C4BF068-B892-4D39-A662-8B72586AA7B2}" dt="2026-09-21T06:46:14.069" v="7354" actId="164"/>
          <ac:spMkLst>
            <pc:docMk/>
            <pc:sldMk cId="2292156842" sldId="266"/>
            <ac:spMk id="6" creationId="{BEB18047-424E-44E3-B42C-80B02192034C}"/>
          </ac:spMkLst>
        </pc:spChg>
        <pc:spChg chg="add mod">
          <ac:chgData name="Subham ." userId="0611116d6cbe10f4" providerId="LiveId" clId="{1C4BF068-B892-4D39-A662-8B72586AA7B2}" dt="2026-09-21T06:43:54.400" v="7329" actId="164"/>
          <ac:spMkLst>
            <pc:docMk/>
            <pc:sldMk cId="2292156842" sldId="266"/>
            <ac:spMk id="8" creationId="{AEA63534-9C06-3AB4-1CF1-3278D2CA130A}"/>
          </ac:spMkLst>
        </pc:spChg>
        <pc:spChg chg="add mod">
          <ac:chgData name="Subham ." userId="0611116d6cbe10f4" providerId="LiveId" clId="{1C4BF068-B892-4D39-A662-8B72586AA7B2}" dt="2026-09-21T06:43:58.916" v="7330" actId="164"/>
          <ac:spMkLst>
            <pc:docMk/>
            <pc:sldMk cId="2292156842" sldId="266"/>
            <ac:spMk id="10" creationId="{FC445C2F-8C1B-07BD-0893-8382A9446590}"/>
          </ac:spMkLst>
        </pc:spChg>
        <pc:spChg chg="add mod ord">
          <ac:chgData name="Subham ." userId="0611116d6cbe10f4" providerId="LiveId" clId="{1C4BF068-B892-4D39-A662-8B72586AA7B2}" dt="2026-09-21T06:42:59.774" v="7305" actId="164"/>
          <ac:spMkLst>
            <pc:docMk/>
            <pc:sldMk cId="2292156842" sldId="266"/>
            <ac:spMk id="12" creationId="{DCB61270-68B8-9352-D747-147B32940616}"/>
          </ac:spMkLst>
        </pc:spChg>
        <pc:spChg chg="add mod ord topLvl">
          <ac:chgData name="Subham ." userId="0611116d6cbe10f4" providerId="LiveId" clId="{1C4BF068-B892-4D39-A662-8B72586AA7B2}" dt="2026-09-21T06:46:14.069" v="7354" actId="164"/>
          <ac:spMkLst>
            <pc:docMk/>
            <pc:sldMk cId="2292156842" sldId="266"/>
            <ac:spMk id="14" creationId="{2B7F5D8C-D155-DA6F-C620-D0606504052D}"/>
          </ac:spMkLst>
        </pc:spChg>
        <pc:spChg chg="add mod ord">
          <ac:chgData name="Subham ." userId="0611116d6cbe10f4" providerId="LiveId" clId="{1C4BF068-B892-4D39-A662-8B72586AA7B2}" dt="2026-09-21T06:43:54.400" v="7329" actId="164"/>
          <ac:spMkLst>
            <pc:docMk/>
            <pc:sldMk cId="2292156842" sldId="266"/>
            <ac:spMk id="16" creationId="{721D46AD-C572-EEEB-FA8E-16ED17512797}"/>
          </ac:spMkLst>
        </pc:spChg>
        <pc:spChg chg="add mod ord">
          <ac:chgData name="Subham ." userId="0611116d6cbe10f4" providerId="LiveId" clId="{1C4BF068-B892-4D39-A662-8B72586AA7B2}" dt="2026-09-21T06:43:58.916" v="7330" actId="164"/>
          <ac:spMkLst>
            <pc:docMk/>
            <pc:sldMk cId="2292156842" sldId="266"/>
            <ac:spMk id="18" creationId="{6A7D8DB6-BF6B-E7E2-8C85-4B3365A9250E}"/>
          </ac:spMkLst>
        </pc:spChg>
        <pc:spChg chg="add mod">
          <ac:chgData name="Subham ." userId="0611116d6cbe10f4" providerId="LiveId" clId="{1C4BF068-B892-4D39-A662-8B72586AA7B2}" dt="2026-09-21T06:42:59.774" v="7305" actId="164"/>
          <ac:spMkLst>
            <pc:docMk/>
            <pc:sldMk cId="2292156842" sldId="266"/>
            <ac:spMk id="19" creationId="{4ADB3ED3-1E94-0791-DD02-B8F208FE14B1}"/>
          </ac:spMkLst>
        </pc:spChg>
        <pc:spChg chg="add mod topLvl">
          <ac:chgData name="Subham ." userId="0611116d6cbe10f4" providerId="LiveId" clId="{1C4BF068-B892-4D39-A662-8B72586AA7B2}" dt="2026-09-21T06:46:14.069" v="7354" actId="164"/>
          <ac:spMkLst>
            <pc:docMk/>
            <pc:sldMk cId="2292156842" sldId="266"/>
            <ac:spMk id="21" creationId="{7D5BAC8E-EAD7-4782-0359-A9D872FCBA0D}"/>
          </ac:spMkLst>
        </pc:spChg>
        <pc:spChg chg="add mod">
          <ac:chgData name="Subham ." userId="0611116d6cbe10f4" providerId="LiveId" clId="{1C4BF068-B892-4D39-A662-8B72586AA7B2}" dt="2026-09-21T06:43:54.400" v="7329" actId="164"/>
          <ac:spMkLst>
            <pc:docMk/>
            <pc:sldMk cId="2292156842" sldId="266"/>
            <ac:spMk id="23" creationId="{3ADFA10D-F1B2-A00A-FB8D-CF9FBA799E6D}"/>
          </ac:spMkLst>
        </pc:spChg>
        <pc:spChg chg="add mod">
          <ac:chgData name="Subham ." userId="0611116d6cbe10f4" providerId="LiveId" clId="{1C4BF068-B892-4D39-A662-8B72586AA7B2}" dt="2026-09-21T06:43:58.916" v="7330" actId="164"/>
          <ac:spMkLst>
            <pc:docMk/>
            <pc:sldMk cId="2292156842" sldId="266"/>
            <ac:spMk id="25" creationId="{8DF5CB78-7750-C0F6-E16E-DCF498AF8D86}"/>
          </ac:spMkLst>
        </pc:spChg>
        <pc:spChg chg="add">
          <ac:chgData name="Subham ." userId="0611116d6cbe10f4" providerId="LiveId" clId="{1C4BF068-B892-4D39-A662-8B72586AA7B2}" dt="2026-09-21T06:41:29.216" v="7304" actId="22"/>
          <ac:spMkLst>
            <pc:docMk/>
            <pc:sldMk cId="2292156842" sldId="266"/>
            <ac:spMk id="27" creationId="{DC0EA678-6D73-56BE-B4B6-332A7A082EBB}"/>
          </ac:spMkLst>
        </pc:spChg>
        <pc:spChg chg="mod">
          <ac:chgData name="Subham ." userId="0611116d6cbe10f4" providerId="LiveId" clId="{1C4BF068-B892-4D39-A662-8B72586AA7B2}" dt="2026-09-21T06:46:23.626" v="7355"/>
          <ac:spMkLst>
            <pc:docMk/>
            <pc:sldMk cId="2292156842" sldId="266"/>
            <ac:spMk id="35" creationId="{9046A9D6-4982-37F7-2C3C-855545D58362}"/>
          </ac:spMkLst>
        </pc:spChg>
        <pc:spChg chg="mod">
          <ac:chgData name="Subham ." userId="0611116d6cbe10f4" providerId="LiveId" clId="{1C4BF068-B892-4D39-A662-8B72586AA7B2}" dt="2026-09-21T06:50:19.490" v="7435" actId="20577"/>
          <ac:spMkLst>
            <pc:docMk/>
            <pc:sldMk cId="2292156842" sldId="266"/>
            <ac:spMk id="36" creationId="{2658A53A-F3DA-1069-43C2-3EFB05647BC1}"/>
          </ac:spMkLst>
        </pc:spChg>
        <pc:spChg chg="mod">
          <ac:chgData name="Subham ." userId="0611116d6cbe10f4" providerId="LiveId" clId="{1C4BF068-B892-4D39-A662-8B72586AA7B2}" dt="2026-09-21T06:46:23.626" v="7355"/>
          <ac:spMkLst>
            <pc:docMk/>
            <pc:sldMk cId="2292156842" sldId="266"/>
            <ac:spMk id="37" creationId="{74519D8E-78EB-2A4C-D1D4-C95D91D8B6B0}"/>
          </ac:spMkLst>
        </pc:spChg>
        <pc:grpChg chg="add mod">
          <ac:chgData name="Subham ." userId="0611116d6cbe10f4" providerId="LiveId" clId="{1C4BF068-B892-4D39-A662-8B72586AA7B2}" dt="2026-09-21T06:44:06.062" v="7331" actId="14100"/>
          <ac:grpSpMkLst>
            <pc:docMk/>
            <pc:sldMk cId="2292156842" sldId="266"/>
            <ac:grpSpMk id="28" creationId="{83DB1FA7-3308-358E-41F7-FCEEE3A4B134}"/>
          </ac:grpSpMkLst>
        </pc:grpChg>
        <pc:grpChg chg="add del mod">
          <ac:chgData name="Subham ." userId="0611116d6cbe10f4" providerId="LiveId" clId="{1C4BF068-B892-4D39-A662-8B72586AA7B2}" dt="2026-09-21T06:45:03.390" v="7344" actId="165"/>
          <ac:grpSpMkLst>
            <pc:docMk/>
            <pc:sldMk cId="2292156842" sldId="266"/>
            <ac:grpSpMk id="29" creationId="{624A4677-2294-A41C-5410-4220AC07AE89}"/>
          </ac:grpSpMkLst>
        </pc:grpChg>
        <pc:grpChg chg="add mod">
          <ac:chgData name="Subham ." userId="0611116d6cbe10f4" providerId="LiveId" clId="{1C4BF068-B892-4D39-A662-8B72586AA7B2}" dt="2026-09-21T06:44:45.071" v="7341" actId="1076"/>
          <ac:grpSpMkLst>
            <pc:docMk/>
            <pc:sldMk cId="2292156842" sldId="266"/>
            <ac:grpSpMk id="30" creationId="{71742BCD-226B-822B-3895-EC0248D6B438}"/>
          </ac:grpSpMkLst>
        </pc:grpChg>
        <pc:grpChg chg="add mod">
          <ac:chgData name="Subham ." userId="0611116d6cbe10f4" providerId="LiveId" clId="{1C4BF068-B892-4D39-A662-8B72586AA7B2}" dt="2026-09-21T06:48:33.049" v="7431" actId="14100"/>
          <ac:grpSpMkLst>
            <pc:docMk/>
            <pc:sldMk cId="2292156842" sldId="266"/>
            <ac:grpSpMk id="31" creationId="{E723756D-3EA3-FC27-68FC-B8791DA22B88}"/>
          </ac:grpSpMkLst>
        </pc:grpChg>
        <pc:grpChg chg="add del mod">
          <ac:chgData name="Subham ." userId="0611116d6cbe10f4" providerId="LiveId" clId="{1C4BF068-B892-4D39-A662-8B72586AA7B2}" dt="2026-09-21T06:45:37.372" v="7348" actId="165"/>
          <ac:grpSpMkLst>
            <pc:docMk/>
            <pc:sldMk cId="2292156842" sldId="266"/>
            <ac:grpSpMk id="32" creationId="{D05EC1F4-6888-A5B9-6600-AA65F79E9A6A}"/>
          </ac:grpSpMkLst>
        </pc:grpChg>
        <pc:grpChg chg="add mod">
          <ac:chgData name="Subham ." userId="0611116d6cbe10f4" providerId="LiveId" clId="{1C4BF068-B892-4D39-A662-8B72586AA7B2}" dt="2026-09-21T06:46:14.069" v="7354" actId="164"/>
          <ac:grpSpMkLst>
            <pc:docMk/>
            <pc:sldMk cId="2292156842" sldId="266"/>
            <ac:grpSpMk id="33" creationId="{FB433409-44F7-8326-2A19-B9BA61AF291B}"/>
          </ac:grpSpMkLst>
        </pc:grpChg>
        <pc:grpChg chg="add mod">
          <ac:chgData name="Subham ." userId="0611116d6cbe10f4" providerId="LiveId" clId="{1C4BF068-B892-4D39-A662-8B72586AA7B2}" dt="2026-09-21T06:48:37.573" v="7432" actId="14100"/>
          <ac:grpSpMkLst>
            <pc:docMk/>
            <pc:sldMk cId="2292156842" sldId="266"/>
            <ac:grpSpMk id="34" creationId="{68388C5B-D006-E17C-6C09-C3948EC7C8A3}"/>
          </ac:grpSpMkLst>
        </pc:grpChg>
        <pc:picChg chg="add">
          <ac:chgData name="Subham ." userId="0611116d6cbe10f4" providerId="LiveId" clId="{1C4BF068-B892-4D39-A662-8B72586AA7B2}" dt="2026-09-21T07:14:06.580" v="8030" actId="22"/>
          <ac:picMkLst>
            <pc:docMk/>
            <pc:sldMk cId="2292156842" sldId="266"/>
            <ac:picMk id="39" creationId="{51B91623-A318-5BB2-E997-51A58C7552B4}"/>
          </ac:picMkLst>
        </pc:picChg>
      </pc:sldChg>
      <pc:sldChg chg="addSp delSp modSp new mod setBg">
        <pc:chgData name="Subham ." userId="0611116d6cbe10f4" providerId="LiveId" clId="{1C4BF068-B892-4D39-A662-8B72586AA7B2}" dt="2026-09-21T07:14:08.348" v="8031" actId="22"/>
        <pc:sldMkLst>
          <pc:docMk/>
          <pc:sldMk cId="260789577" sldId="267"/>
        </pc:sldMkLst>
        <pc:spChg chg="mod">
          <ac:chgData name="Subham ." userId="0611116d6cbe10f4" providerId="LiveId" clId="{1C4BF068-B892-4D39-A662-8B72586AA7B2}" dt="2026-09-21T07:05:29.138" v="7921" actId="20577"/>
          <ac:spMkLst>
            <pc:docMk/>
            <pc:sldMk cId="260789577" sldId="267"/>
            <ac:spMk id="2" creationId="{55C7CB1B-1FE0-8439-5BD6-08CB631347DE}"/>
          </ac:spMkLst>
        </pc:spChg>
        <pc:spChg chg="mod">
          <ac:chgData name="Subham ." userId="0611116d6cbe10f4" providerId="LiveId" clId="{1C4BF068-B892-4D39-A662-8B72586AA7B2}" dt="2026-09-21T07:03:41.650" v="7856" actId="1076"/>
          <ac:spMkLst>
            <pc:docMk/>
            <pc:sldMk cId="260789577" sldId="267"/>
            <ac:spMk id="3" creationId="{2EFFCEB5-0368-B841-5DA3-29AF067AEE4E}"/>
          </ac:spMkLst>
        </pc:spChg>
        <pc:spChg chg="add">
          <ac:chgData name="Subham ." userId="0611116d6cbe10f4" providerId="LiveId" clId="{1C4BF068-B892-4D39-A662-8B72586AA7B2}" dt="2026-09-21T06:51:06.767" v="7436" actId="22"/>
          <ac:spMkLst>
            <pc:docMk/>
            <pc:sldMk cId="260789577" sldId="267"/>
            <ac:spMk id="5" creationId="{0EEE44A9-8AE8-D054-F193-2448B7A58428}"/>
          </ac:spMkLst>
        </pc:spChg>
        <pc:spChg chg="add mod">
          <ac:chgData name="Subham ." userId="0611116d6cbe10f4" providerId="LiveId" clId="{1C4BF068-B892-4D39-A662-8B72586AA7B2}" dt="2026-09-21T07:13:38.274" v="8021" actId="14100"/>
          <ac:spMkLst>
            <pc:docMk/>
            <pc:sldMk cId="260789577" sldId="267"/>
            <ac:spMk id="6" creationId="{C292E28C-C73D-0DBD-71BD-EDE1AF3D4E31}"/>
          </ac:spMkLst>
        </pc:spChg>
        <pc:spChg chg="add mod">
          <ac:chgData name="Subham ." userId="0611116d6cbe10f4" providerId="LiveId" clId="{1C4BF068-B892-4D39-A662-8B72586AA7B2}" dt="2026-09-21T07:03:16.867" v="7848" actId="14100"/>
          <ac:spMkLst>
            <pc:docMk/>
            <pc:sldMk cId="260789577" sldId="267"/>
            <ac:spMk id="8" creationId="{3CDDE352-C800-4176-F20A-1B9ECDF7EB4C}"/>
          </ac:spMkLst>
        </pc:spChg>
        <pc:spChg chg="add mod">
          <ac:chgData name="Subham ." userId="0611116d6cbe10f4" providerId="LiveId" clId="{1C4BF068-B892-4D39-A662-8B72586AA7B2}" dt="2026-09-21T07:04:42.674" v="7911" actId="1076"/>
          <ac:spMkLst>
            <pc:docMk/>
            <pc:sldMk cId="260789577" sldId="267"/>
            <ac:spMk id="9" creationId="{AB9C29AE-A2F0-D6D8-8E34-7C066367E3D2}"/>
          </ac:spMkLst>
        </pc:spChg>
        <pc:spChg chg="add del mod">
          <ac:chgData name="Subham ." userId="0611116d6cbe10f4" providerId="LiveId" clId="{1C4BF068-B892-4D39-A662-8B72586AA7B2}" dt="2026-09-21T07:01:11.173" v="7731" actId="478"/>
          <ac:spMkLst>
            <pc:docMk/>
            <pc:sldMk cId="260789577" sldId="267"/>
            <ac:spMk id="11" creationId="{F94B9AB8-8EDE-9122-722B-F51E6F969F70}"/>
          </ac:spMkLst>
        </pc:spChg>
        <pc:spChg chg="add mod">
          <ac:chgData name="Subham ." userId="0611116d6cbe10f4" providerId="LiveId" clId="{1C4BF068-B892-4D39-A662-8B72586AA7B2}" dt="2026-09-21T07:04:37.582" v="7910" actId="1076"/>
          <ac:spMkLst>
            <pc:docMk/>
            <pc:sldMk cId="260789577" sldId="267"/>
            <ac:spMk id="13" creationId="{359546C8-A478-E0D0-6772-E3F62838B723}"/>
          </ac:spMkLst>
        </pc:spChg>
        <pc:spChg chg="add mod">
          <ac:chgData name="Subham ." userId="0611116d6cbe10f4" providerId="LiveId" clId="{1C4BF068-B892-4D39-A662-8B72586AA7B2}" dt="2026-09-21T07:04:35.776" v="7909" actId="1076"/>
          <ac:spMkLst>
            <pc:docMk/>
            <pc:sldMk cId="260789577" sldId="267"/>
            <ac:spMk id="15" creationId="{51D01FEA-79EA-ED1A-38A9-5852B9E3F119}"/>
          </ac:spMkLst>
        </pc:spChg>
        <pc:spChg chg="add mod">
          <ac:chgData name="Subham ." userId="0611116d6cbe10f4" providerId="LiveId" clId="{1C4BF068-B892-4D39-A662-8B72586AA7B2}" dt="2026-09-21T07:04:34.157" v="7908" actId="1076"/>
          <ac:spMkLst>
            <pc:docMk/>
            <pc:sldMk cId="260789577" sldId="267"/>
            <ac:spMk id="17" creationId="{19D49103-D8AF-1DFE-0612-61981B4172D0}"/>
          </ac:spMkLst>
        </pc:spChg>
        <pc:spChg chg="add mod">
          <ac:chgData name="Subham ." userId="0611116d6cbe10f4" providerId="LiveId" clId="{1C4BF068-B892-4D39-A662-8B72586AA7B2}" dt="2026-09-21T07:04:44.180" v="7912" actId="1076"/>
          <ac:spMkLst>
            <pc:docMk/>
            <pc:sldMk cId="260789577" sldId="267"/>
            <ac:spMk id="19" creationId="{1D5F88D1-47E7-71B4-3B71-EA416A4D8CC2}"/>
          </ac:spMkLst>
        </pc:spChg>
        <pc:spChg chg="add mod">
          <ac:chgData name="Subham ." userId="0611116d6cbe10f4" providerId="LiveId" clId="{1C4BF068-B892-4D39-A662-8B72586AA7B2}" dt="2026-09-21T07:04:16.796" v="7902" actId="1076"/>
          <ac:spMkLst>
            <pc:docMk/>
            <pc:sldMk cId="260789577" sldId="267"/>
            <ac:spMk id="21" creationId="{9016386E-0142-81F5-E3C5-4DBCACF17E38}"/>
          </ac:spMkLst>
        </pc:spChg>
        <pc:spChg chg="add mod">
          <ac:chgData name="Subham ." userId="0611116d6cbe10f4" providerId="LiveId" clId="{1C4BF068-B892-4D39-A662-8B72586AA7B2}" dt="2026-09-21T07:06:42.778" v="7992" actId="113"/>
          <ac:spMkLst>
            <pc:docMk/>
            <pc:sldMk cId="260789577" sldId="267"/>
            <ac:spMk id="22" creationId="{A1D8682A-A498-A58E-F73B-36EAE5A83D89}"/>
          </ac:spMkLst>
        </pc:spChg>
        <pc:picChg chg="add">
          <ac:chgData name="Subham ." userId="0611116d6cbe10f4" providerId="LiveId" clId="{1C4BF068-B892-4D39-A662-8B72586AA7B2}" dt="2026-09-21T07:14:08.348" v="8031" actId="22"/>
          <ac:picMkLst>
            <pc:docMk/>
            <pc:sldMk cId="260789577" sldId="267"/>
            <ac:picMk id="24" creationId="{0922193A-8330-D8E7-D9BA-8B48A4B3E9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0DC9-A167-E763-5413-604343D5E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93DA7-F85E-1698-11CE-0757742D4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16BA3-5F6C-412E-3949-F877E873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72D40-0FCE-AFD0-BA31-2ADA1B15C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85DF-DBE2-DFBD-E277-670FD394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8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14AE-170C-9D5F-5C81-FCEF5D6A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EAA7-CD4F-95EC-DAD8-2D401284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ADAC8-14D8-8962-3E50-2DB1FAF6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97630-3BEB-DD21-5A1A-8C5545735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D251-BC2B-94CF-13AF-F805F75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0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E2AE-E25E-76F1-3590-99E10D50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7A64D-3848-7037-AF4F-9679EE3F1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D727-87F5-B635-1830-17D056BD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BEF56-47FF-B7F6-D494-B33532D9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9846C-7584-F3AA-BD6A-5BCCB65B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7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92D7-862C-3FC2-5332-1CBDA0723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CFC55-5DA5-5E81-0B1E-8FFBE4ECA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B5A49-0CFA-0BB7-DC6D-7AD6CEAB4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18835-40B7-ECD2-1528-E04AA0A5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E78E6-30F8-95A9-DDAE-8ED967C8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E3AF-430E-7774-B340-CDCF0B57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3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643A0-C8BA-A9A5-52A2-A0560C8B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B30C3-5072-1B44-D46C-B3F7E9C80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E894A-8ED3-0B2B-18F1-F4810C689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4F99F-A7A3-4DEE-A66A-97D93475B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3BB9B-7C20-A7C8-8019-9FE7A4472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CADFA-7782-5C1E-E62E-B75047A4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E42CD-F91D-9A2F-A46C-F1742166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3A35C-1A71-E3B7-F2E2-472ACFA2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8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78A9-2444-917D-66DC-D4996BFF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B8DC8-44CC-CCA5-BF80-8765F6CF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9C06B-6161-009E-C9F4-FAE378F2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908AE-B71F-023D-4F9B-F92A1C14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7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8645D-1AE8-05E2-7676-FF5DE44C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C98A2-86A6-8AEB-DF1F-36E98B781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CABD4-0146-971A-487A-B5D4149FE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1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0CB3-8D74-F050-DDAD-0ABC24D1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A8C4A-BA2A-2620-21FD-9E8D05BC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6831C-89C0-17C2-BD93-CAD7677BC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ED979-79CE-CB99-4282-8C560484B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9D00-E531-2962-6576-58F3D7DB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E7FD8-C238-7CFD-D30C-B648FA43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18CC-2EF7-A459-CF4F-051C0276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9B442-0F78-6FAD-C6E2-F7224D5B5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67756-47E5-DABF-0D32-C41D08A39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2E05B-0D44-3C55-4878-6048F13A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DDB6E-370B-8D0C-A27A-9496A15F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F7DF-37EE-991C-48F0-B9577C17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4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B444-C2B3-6CF7-43D2-6F0F49DA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26A41-EA5E-2F60-2BA7-8DA5F4673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7311-DE47-0482-B13A-2C4CCDE4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23789-3C28-6A30-B5E6-3EA3FB8E6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835B9-DEB3-7E22-36FE-FD776E53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98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4F66D-5378-08CE-D49A-BE1119AD3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84E49-9D6D-51CA-2B59-895E225E1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53DC7-83D7-0A01-CF90-45A288D1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66B6F-CAD3-3099-C12B-AF91701B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F61BA-614C-3460-9F85-A6E46385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46E30-B416-55C0-C1D3-831E3664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14B04-5F89-6C3A-F23E-41F90B97C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4D255-381E-CBD5-3782-5F941309B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CF235-4C2C-4C97-95DD-8F94F307E6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FC051-6236-AAE7-4F5F-52D63E352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F03F-4B81-F185-D388-19F9B602B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2F438-E2D9-4032-A549-F917FF5B3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5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4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1.pn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16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222F-2AF3-9A5F-F99E-881744938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52" y="463551"/>
            <a:ext cx="9587948" cy="24892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DATA ANALYST PORTFOLIO PROJECT</a:t>
            </a:r>
            <a:b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Q-Commerce Analytics</a:t>
            </a:r>
            <a:br>
              <a:rPr lang="en-US" b="1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sz="2800" dirty="0">
                <a:solidFill>
                  <a:srgbClr val="91C28B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2015 performance deep dive</a:t>
            </a:r>
            <a:endParaRPr lang="en-US" dirty="0">
              <a:solidFill>
                <a:srgbClr val="91C28B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9D0BC-9C8E-C7EC-9733-7719A163F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052" y="3181350"/>
            <a:ext cx="9587948" cy="2076450"/>
          </a:xfrm>
        </p:spPr>
        <p:txBody>
          <a:bodyPr/>
          <a:lstStyle/>
          <a:p>
            <a:pPr algn="l"/>
            <a:r>
              <a:rPr lang="en-US" dirty="0"/>
              <a:t> 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Subham Halder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4453A-C0DD-89E0-3D2F-929FEDBB669D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17F6A1-B6AC-A2E9-45E3-85EDAA6E6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C2D81485-B046-A956-B7B6-2D25AD96D5A1}"/>
              </a:ext>
            </a:extLst>
          </p:cNvPr>
          <p:cNvSpPr/>
          <p:nvPr/>
        </p:nvSpPr>
        <p:spPr>
          <a:xfrm>
            <a:off x="1179443" y="3253409"/>
            <a:ext cx="775254" cy="304800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Excel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2C566D6B-3B36-EFD1-6ED6-BECAF05E8F17}"/>
              </a:ext>
            </a:extLst>
          </p:cNvPr>
          <p:cNvSpPr/>
          <p:nvPr/>
        </p:nvSpPr>
        <p:spPr>
          <a:xfrm>
            <a:off x="2237961" y="3253409"/>
            <a:ext cx="1472648" cy="304800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PostgreSQL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12694757-F8D0-CBF1-3483-499162BD5113}"/>
              </a:ext>
            </a:extLst>
          </p:cNvPr>
          <p:cNvSpPr/>
          <p:nvPr/>
        </p:nvSpPr>
        <p:spPr>
          <a:xfrm>
            <a:off x="3993873" y="3253409"/>
            <a:ext cx="1272211" cy="304800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624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B802-5951-2865-9449-D4CA5F2A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BUSINESS CONTEXT</a:t>
            </a:r>
            <a:b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Business Context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37A2E-E4B1-4D83-2E22-D28C9A6C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109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Analyzing customer behavior, revenue, delivery operations and dark-store performance in a quick-commerce environment.</a:t>
            </a:r>
          </a:p>
          <a:p>
            <a:pPr marL="0" indent="0">
              <a:buNone/>
            </a:pPr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5C5A3-D171-DAE4-0A81-DE4DC45D5C6C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D1764BB-9179-A285-C516-0E8759988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08BF0ED-AD5B-80D7-5F2A-B44168D872C4}"/>
              </a:ext>
            </a:extLst>
          </p:cNvPr>
          <p:cNvGrpSpPr/>
          <p:nvPr/>
        </p:nvGrpSpPr>
        <p:grpSpPr>
          <a:xfrm>
            <a:off x="977350" y="3664225"/>
            <a:ext cx="5188225" cy="841513"/>
            <a:chOff x="977350" y="3664225"/>
            <a:chExt cx="5188225" cy="8415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D7B21C-8BD0-81CF-80A3-5402254F6C9B}"/>
                </a:ext>
              </a:extLst>
            </p:cNvPr>
            <p:cNvSpPr/>
            <p:nvPr/>
          </p:nvSpPr>
          <p:spPr>
            <a:xfrm>
              <a:off x="977350" y="3664225"/>
              <a:ext cx="5188225" cy="841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	Measure overall business performance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13E2B88-6C69-DEFD-6587-CD4EFBF3233A}"/>
                </a:ext>
              </a:extLst>
            </p:cNvPr>
            <p:cNvSpPr/>
            <p:nvPr/>
          </p:nvSpPr>
          <p:spPr>
            <a:xfrm>
              <a:off x="1192692" y="3859020"/>
              <a:ext cx="463828" cy="449506"/>
            </a:xfrm>
            <a:prstGeom prst="roundRect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 descr="Bar chart with solid fill">
              <a:extLst>
                <a:ext uri="{FF2B5EF4-FFF2-40B4-BE49-F238E27FC236}">
                  <a16:creationId xmlns:a16="http://schemas.microsoft.com/office/drawing/2014/main" id="{505BA495-6B20-BFE1-F4C3-1B8D423DB3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62320" y="3929798"/>
              <a:ext cx="322009" cy="322009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4AB3CF-BE41-E555-57C7-CA5297ED4609}"/>
              </a:ext>
            </a:extLst>
          </p:cNvPr>
          <p:cNvGrpSpPr/>
          <p:nvPr/>
        </p:nvGrpSpPr>
        <p:grpSpPr>
          <a:xfrm>
            <a:off x="6304725" y="3663017"/>
            <a:ext cx="5188225" cy="841513"/>
            <a:chOff x="6304725" y="3663017"/>
            <a:chExt cx="5188225" cy="84151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288A2C4-E82B-AACE-0343-CC335CD80ECE}"/>
                </a:ext>
              </a:extLst>
            </p:cNvPr>
            <p:cNvSpPr/>
            <p:nvPr/>
          </p:nvSpPr>
          <p:spPr>
            <a:xfrm>
              <a:off x="6304725" y="3663017"/>
              <a:ext cx="5188225" cy="841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    Identify major revenue drivers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FCF12AF-B4C0-EFE8-0304-E9DC9F7744E8}"/>
                </a:ext>
              </a:extLst>
            </p:cNvPr>
            <p:cNvSpPr/>
            <p:nvPr/>
          </p:nvSpPr>
          <p:spPr>
            <a:xfrm>
              <a:off x="6533318" y="3867181"/>
              <a:ext cx="463828" cy="449506"/>
            </a:xfrm>
            <a:prstGeom prst="roundRect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7" name="Graphic 26" descr="Upward trend with solid fill">
              <a:extLst>
                <a:ext uri="{FF2B5EF4-FFF2-40B4-BE49-F238E27FC236}">
                  <a16:creationId xmlns:a16="http://schemas.microsoft.com/office/drawing/2014/main" id="{673361D1-5F08-F39D-22A7-D5B9BA30ED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73072" y="3895823"/>
              <a:ext cx="357812" cy="38248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FD8F65-F652-5BA6-E2FA-C321179D0E33}"/>
              </a:ext>
            </a:extLst>
          </p:cNvPr>
          <p:cNvGrpSpPr/>
          <p:nvPr/>
        </p:nvGrpSpPr>
        <p:grpSpPr>
          <a:xfrm>
            <a:off x="977350" y="4665488"/>
            <a:ext cx="5188225" cy="841513"/>
            <a:chOff x="977350" y="4665488"/>
            <a:chExt cx="5188225" cy="841513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BBA061D-DEF8-7B6A-6CCB-596576643BE3}"/>
                </a:ext>
              </a:extLst>
            </p:cNvPr>
            <p:cNvSpPr/>
            <p:nvPr/>
          </p:nvSpPr>
          <p:spPr>
            <a:xfrm>
              <a:off x="977350" y="4665488"/>
              <a:ext cx="5188225" cy="841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	 Evaluate delivery &amp; failure performance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1964E1C-C988-E117-E392-F7C6D0C1AB8F}"/>
                </a:ext>
              </a:extLst>
            </p:cNvPr>
            <p:cNvSpPr/>
            <p:nvPr/>
          </p:nvSpPr>
          <p:spPr>
            <a:xfrm>
              <a:off x="1228495" y="4861491"/>
              <a:ext cx="463828" cy="449506"/>
            </a:xfrm>
            <a:prstGeom prst="roundRect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Graphic 28" descr="Truck with solid fill">
              <a:extLst>
                <a:ext uri="{FF2B5EF4-FFF2-40B4-BE49-F238E27FC236}">
                  <a16:creationId xmlns:a16="http://schemas.microsoft.com/office/drawing/2014/main" id="{25D31B22-4995-CF4E-6258-B7C5928F06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02076" y="4944740"/>
              <a:ext cx="315383" cy="296259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057FFA-EA7C-F2EF-9057-F3A1425ECCF1}"/>
              </a:ext>
            </a:extLst>
          </p:cNvPr>
          <p:cNvGrpSpPr/>
          <p:nvPr/>
        </p:nvGrpSpPr>
        <p:grpSpPr>
          <a:xfrm>
            <a:off x="6304725" y="4665488"/>
            <a:ext cx="5188225" cy="841513"/>
            <a:chOff x="6304725" y="4665488"/>
            <a:chExt cx="5188225" cy="84151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1FBA7DF-C11E-7765-A438-5CA5C4667BE9}"/>
                </a:ext>
              </a:extLst>
            </p:cNvPr>
            <p:cNvSpPr/>
            <p:nvPr/>
          </p:nvSpPr>
          <p:spPr>
            <a:xfrm>
              <a:off x="6304725" y="4665488"/>
              <a:ext cx="5188225" cy="841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Identify high-risk dark stores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64D9283-4DEC-02A2-5BA1-2C198F3DF4BD}"/>
                </a:ext>
              </a:extLst>
            </p:cNvPr>
            <p:cNvSpPr/>
            <p:nvPr/>
          </p:nvSpPr>
          <p:spPr>
            <a:xfrm>
              <a:off x="6506814" y="4861491"/>
              <a:ext cx="463828" cy="449506"/>
            </a:xfrm>
            <a:prstGeom prst="roundRect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Graphic 34" descr="Map with pin with solid fill">
              <a:extLst>
                <a:ext uri="{FF2B5EF4-FFF2-40B4-BE49-F238E27FC236}">
                  <a16:creationId xmlns:a16="http://schemas.microsoft.com/office/drawing/2014/main" id="{C9555617-FC04-3C20-C11D-1FDAC73BE6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46571" y="4888772"/>
              <a:ext cx="384313" cy="3843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4023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3A31-CE87-EAFF-1F9A-9C04F793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 SCOPE</a:t>
            </a:r>
            <a:b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Dataset &amp; 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20A3-30AA-D6AC-EEEE-BC1D3046B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E035A2-CCE8-2F74-0A4F-FEA1DD1A8F23}"/>
              </a:ext>
            </a:extLst>
          </p:cNvPr>
          <p:cNvSpPr/>
          <p:nvPr/>
        </p:nvSpPr>
        <p:spPr>
          <a:xfrm>
            <a:off x="1139961" y="2171696"/>
            <a:ext cx="2133600" cy="1325563"/>
          </a:xfrm>
          <a:prstGeom prst="roundRect">
            <a:avLst>
              <a:gd name="adj" fmla="val 10669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2015</a:t>
            </a:r>
            <a:endParaRPr lang="en-US" sz="2000" dirty="0">
              <a:solidFill>
                <a:srgbClr val="1D656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Year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9AAF6D-5178-7C28-6865-351CC1FABF0D}"/>
              </a:ext>
            </a:extLst>
          </p:cNvPr>
          <p:cNvSpPr/>
          <p:nvPr/>
        </p:nvSpPr>
        <p:spPr>
          <a:xfrm>
            <a:off x="3732788" y="2171698"/>
            <a:ext cx="2133600" cy="1325563"/>
          </a:xfrm>
          <a:prstGeom prst="roundRect">
            <a:avLst>
              <a:gd name="adj" fmla="val 116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100,000</a:t>
            </a:r>
            <a:endParaRPr lang="en-US" dirty="0">
              <a:solidFill>
                <a:srgbClr val="1D6564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Orders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AB9E78A-4A3A-1289-F9C6-EAB35C1B775A}"/>
              </a:ext>
            </a:extLst>
          </p:cNvPr>
          <p:cNvSpPr/>
          <p:nvPr/>
        </p:nvSpPr>
        <p:spPr>
          <a:xfrm>
            <a:off x="6325612" y="2171695"/>
            <a:ext cx="2133600" cy="1325563"/>
          </a:xfrm>
          <a:prstGeom prst="roundRect">
            <a:avLst>
              <a:gd name="adj" fmla="val 136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8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Cities</a:t>
            </a:r>
            <a:endParaRPr lang="en-US" sz="28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1FC49B-4178-4992-BE2F-BA282253787C}"/>
              </a:ext>
            </a:extLst>
          </p:cNvPr>
          <p:cNvSpPr/>
          <p:nvPr/>
        </p:nvSpPr>
        <p:spPr>
          <a:xfrm>
            <a:off x="8918439" y="2171697"/>
            <a:ext cx="2133600" cy="1325563"/>
          </a:xfrm>
          <a:prstGeom prst="roundRect">
            <a:avLst>
              <a:gd name="adj" fmla="val 121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499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Dark Stores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784FE4-8BEA-4BC0-B93C-247063C49CF6}"/>
              </a:ext>
            </a:extLst>
          </p:cNvPr>
          <p:cNvSpPr/>
          <p:nvPr/>
        </p:nvSpPr>
        <p:spPr>
          <a:xfrm>
            <a:off x="1139963" y="3843331"/>
            <a:ext cx="2133600" cy="1325563"/>
          </a:xfrm>
          <a:prstGeom prst="roundRect">
            <a:avLst>
              <a:gd name="adj" fmla="val 126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10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Categories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8687C6-AFB2-892F-B8B9-DEFFE8196782}"/>
              </a:ext>
            </a:extLst>
          </p:cNvPr>
          <p:cNvSpPr/>
          <p:nvPr/>
        </p:nvSpPr>
        <p:spPr>
          <a:xfrm>
            <a:off x="3732788" y="3843332"/>
            <a:ext cx="2133600" cy="1325563"/>
          </a:xfrm>
          <a:prstGeom prst="roundRect">
            <a:avLst>
              <a:gd name="adj" fmla="val 121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User Types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7C7B72-DB6F-8A27-AE81-923094364969}"/>
              </a:ext>
            </a:extLst>
          </p:cNvPr>
          <p:cNvSpPr/>
          <p:nvPr/>
        </p:nvSpPr>
        <p:spPr>
          <a:xfrm>
            <a:off x="6325613" y="3843330"/>
            <a:ext cx="2133600" cy="1325563"/>
          </a:xfrm>
          <a:prstGeom prst="roundRect">
            <a:avLst>
              <a:gd name="adj" fmla="val 131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Order Statuses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2B5575-2E4F-1537-4E75-A203DA0C1204}"/>
              </a:ext>
            </a:extLst>
          </p:cNvPr>
          <p:cNvSpPr/>
          <p:nvPr/>
        </p:nvSpPr>
        <p:spPr>
          <a:xfrm>
            <a:off x="8918439" y="3843331"/>
            <a:ext cx="2133600" cy="1325563"/>
          </a:xfrm>
          <a:prstGeom prst="roundRect">
            <a:avLst>
              <a:gd name="adj" fmla="val 12168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27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Columns (cleaned)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D0043C09-BA96-8D4D-BA7B-98DD4C840495}"/>
              </a:ext>
            </a:extLst>
          </p:cNvPr>
          <p:cNvSpPr/>
          <p:nvPr/>
        </p:nvSpPr>
        <p:spPr>
          <a:xfrm>
            <a:off x="1139963" y="5514963"/>
            <a:ext cx="2592825" cy="304800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 Synthetic dataset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46B188D7-E266-D55F-FDAF-F49FE0676B8C}"/>
              </a:ext>
            </a:extLst>
          </p:cNvPr>
          <p:cNvSpPr/>
          <p:nvPr/>
        </p:nvSpPr>
        <p:spPr>
          <a:xfrm>
            <a:off x="4024334" y="5514965"/>
            <a:ext cx="2250570" cy="304800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   No customer_id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4" name="Graphic 33" descr="Flask with solid fill">
            <a:extLst>
              <a:ext uri="{FF2B5EF4-FFF2-40B4-BE49-F238E27FC236}">
                <a16:creationId xmlns:a16="http://schemas.microsoft.com/office/drawing/2014/main" id="{89880749-3354-417E-CF48-03FB50CD2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5096" y="5510395"/>
            <a:ext cx="284922" cy="284922"/>
          </a:xfrm>
          <a:prstGeom prst="rect">
            <a:avLst/>
          </a:prstGeom>
        </p:spPr>
      </p:pic>
      <p:pic>
        <p:nvPicPr>
          <p:cNvPr id="36" name="Graphic 35" descr="Employee badge with solid fill">
            <a:extLst>
              <a:ext uri="{FF2B5EF4-FFF2-40B4-BE49-F238E27FC236}">
                <a16:creationId xmlns:a16="http://schemas.microsoft.com/office/drawing/2014/main" id="{F7DFF6D3-3F26-34A9-3E12-56921384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0372" y="5514963"/>
            <a:ext cx="284922" cy="28492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51A8C96-2F72-500E-394F-062F4D1B264D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387E6A-0135-8188-80AC-D178B0BDE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6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B0EF-27AD-880A-DA9B-E53D0811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 WORKFLOW</a:t>
            </a:r>
            <a:br>
              <a:rPr lang="en-US" dirty="0"/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Data &amp; Analytical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3F6F-ED7A-9A5B-AB76-B6172B729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BF293E-338D-4F5E-9230-C3F93941DEE1}"/>
              </a:ext>
            </a:extLst>
          </p:cNvPr>
          <p:cNvSpPr/>
          <p:nvPr/>
        </p:nvSpPr>
        <p:spPr>
          <a:xfrm>
            <a:off x="838200" y="2474842"/>
            <a:ext cx="1245703" cy="563217"/>
          </a:xfrm>
          <a:prstGeom prst="roundRect">
            <a:avLst/>
          </a:prstGeom>
          <a:solidFill>
            <a:schemeClr val="bg1"/>
          </a:solidFill>
          <a:ln>
            <a:solidFill>
              <a:srgbClr val="1D65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Raw CSV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14F27C-3D72-5124-60FF-5712F05154E0}"/>
              </a:ext>
            </a:extLst>
          </p:cNvPr>
          <p:cNvSpPr/>
          <p:nvPr/>
        </p:nvSpPr>
        <p:spPr>
          <a:xfrm>
            <a:off x="10108097" y="2388702"/>
            <a:ext cx="1245703" cy="735495"/>
          </a:xfrm>
          <a:prstGeom prst="roundRect">
            <a:avLst/>
          </a:prstGeom>
          <a:solidFill>
            <a:schemeClr val="bg1"/>
          </a:solidFill>
          <a:ln>
            <a:solidFill>
              <a:srgbClr val="1D65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Business Insights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82EA25-FA9D-AFE7-2125-06DB0F85F000}"/>
              </a:ext>
            </a:extLst>
          </p:cNvPr>
          <p:cNvSpPr/>
          <p:nvPr/>
        </p:nvSpPr>
        <p:spPr>
          <a:xfrm>
            <a:off x="2654742" y="2236301"/>
            <a:ext cx="1152939" cy="1040295"/>
          </a:xfrm>
          <a:prstGeom prst="roundRect">
            <a:avLst/>
          </a:prstGeom>
          <a:solidFill>
            <a:srgbClr val="1D65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Excel / Power Query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BD50B8-30D2-47EE-9FC4-D967F4774A81}"/>
              </a:ext>
            </a:extLst>
          </p:cNvPr>
          <p:cNvSpPr/>
          <p:nvPr/>
        </p:nvSpPr>
        <p:spPr>
          <a:xfrm>
            <a:off x="4378520" y="2504657"/>
            <a:ext cx="1567067" cy="573161"/>
          </a:xfrm>
          <a:prstGeom prst="roundRect">
            <a:avLst/>
          </a:prstGeom>
          <a:solidFill>
            <a:srgbClr val="1D65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PostgreSQL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B25A28-C8F8-3ADB-B117-7DFB1B116219}"/>
              </a:ext>
            </a:extLst>
          </p:cNvPr>
          <p:cNvSpPr/>
          <p:nvPr/>
        </p:nvSpPr>
        <p:spPr>
          <a:xfrm>
            <a:off x="6516426" y="2405267"/>
            <a:ext cx="1204293" cy="771939"/>
          </a:xfrm>
          <a:prstGeom prst="roundRect">
            <a:avLst/>
          </a:prstGeom>
          <a:solidFill>
            <a:srgbClr val="1D65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SQL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29E646-5C5B-7A3D-22A9-9919247C0BA4}"/>
              </a:ext>
            </a:extLst>
          </p:cNvPr>
          <p:cNvSpPr/>
          <p:nvPr/>
        </p:nvSpPr>
        <p:spPr>
          <a:xfrm>
            <a:off x="8291558" y="2504657"/>
            <a:ext cx="1245702" cy="566535"/>
          </a:xfrm>
          <a:prstGeom prst="roundRect">
            <a:avLst/>
          </a:prstGeom>
          <a:solidFill>
            <a:srgbClr val="1D65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Power BI</a:t>
            </a:r>
          </a:p>
        </p:txBody>
      </p:sp>
      <p:pic>
        <p:nvPicPr>
          <p:cNvPr id="15" name="Graphic 14" descr="Chevron arrows with solid fill">
            <a:extLst>
              <a:ext uri="{FF2B5EF4-FFF2-40B4-BE49-F238E27FC236}">
                <a16:creationId xmlns:a16="http://schemas.microsoft.com/office/drawing/2014/main" id="{925EE14C-39CE-00D5-7B91-0742E57631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3853" y="2663686"/>
            <a:ext cx="377684" cy="238540"/>
          </a:xfrm>
          <a:prstGeom prst="rect">
            <a:avLst/>
          </a:prstGeom>
        </p:spPr>
      </p:pic>
      <p:pic>
        <p:nvPicPr>
          <p:cNvPr id="17" name="Graphic 16" descr="Chevron arrows with solid fill">
            <a:extLst>
              <a:ext uri="{FF2B5EF4-FFF2-40B4-BE49-F238E27FC236}">
                <a16:creationId xmlns:a16="http://schemas.microsoft.com/office/drawing/2014/main" id="{AB72372F-8125-E77A-AC1A-BE5CBD4B7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1360" y="2683564"/>
            <a:ext cx="377684" cy="238540"/>
          </a:xfrm>
          <a:prstGeom prst="rect">
            <a:avLst/>
          </a:prstGeom>
        </p:spPr>
      </p:pic>
      <p:pic>
        <p:nvPicPr>
          <p:cNvPr id="19" name="Graphic 18" descr="Chevron arrows with solid fill">
            <a:extLst>
              <a:ext uri="{FF2B5EF4-FFF2-40B4-BE49-F238E27FC236}">
                <a16:creationId xmlns:a16="http://schemas.microsoft.com/office/drawing/2014/main" id="{130E5257-BA9D-19E0-7D73-A43403ED1A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3052" y="2686878"/>
            <a:ext cx="377684" cy="238540"/>
          </a:xfrm>
          <a:prstGeom prst="rect">
            <a:avLst/>
          </a:prstGeom>
        </p:spPr>
      </p:pic>
      <p:pic>
        <p:nvPicPr>
          <p:cNvPr id="21" name="Graphic 20" descr="Chevron arrows with solid fill">
            <a:extLst>
              <a:ext uri="{FF2B5EF4-FFF2-40B4-BE49-F238E27FC236}">
                <a16:creationId xmlns:a16="http://schemas.microsoft.com/office/drawing/2014/main" id="{AF7F7FB6-2ECB-E92D-FEE2-A61B7B766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3566" y="2683564"/>
            <a:ext cx="377684" cy="238540"/>
          </a:xfrm>
          <a:prstGeom prst="rect">
            <a:avLst/>
          </a:prstGeom>
        </p:spPr>
      </p:pic>
      <p:pic>
        <p:nvPicPr>
          <p:cNvPr id="23" name="Graphic 22" descr="Chevron arrows with solid fill">
            <a:extLst>
              <a:ext uri="{FF2B5EF4-FFF2-40B4-BE49-F238E27FC236}">
                <a16:creationId xmlns:a16="http://schemas.microsoft.com/office/drawing/2014/main" id="{20D118DE-B3D0-75C0-9989-DBABFD7339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0463" y="2676938"/>
            <a:ext cx="377684" cy="23854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52B0C28A-8386-EC3D-491F-98166705F107}"/>
              </a:ext>
            </a:extLst>
          </p:cNvPr>
          <p:cNvGrpSpPr/>
          <p:nvPr/>
        </p:nvGrpSpPr>
        <p:grpSpPr>
          <a:xfrm>
            <a:off x="4611259" y="4220818"/>
            <a:ext cx="2969481" cy="1956145"/>
            <a:chOff x="4611259" y="4220818"/>
            <a:chExt cx="2969481" cy="195614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95124CF-CA3D-847D-344F-8FFCD1666F0A}"/>
                </a:ext>
              </a:extLst>
            </p:cNvPr>
            <p:cNvSpPr/>
            <p:nvPr/>
          </p:nvSpPr>
          <p:spPr>
            <a:xfrm>
              <a:off x="4611259" y="4220818"/>
              <a:ext cx="2969481" cy="1956145"/>
            </a:xfrm>
            <a:prstGeom prst="roundRect">
              <a:avLst>
                <a:gd name="adj" fmla="val 12264"/>
              </a:avLst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B000D8D-CE71-4528-8D9D-BC3BA28CE6CA}"/>
                </a:ext>
              </a:extLst>
            </p:cNvPr>
            <p:cNvSpPr txBox="1"/>
            <p:nvPr/>
          </p:nvSpPr>
          <p:spPr>
            <a:xfrm>
              <a:off x="5678557" y="4408726"/>
              <a:ext cx="164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PostgreSQL / SQL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B89342-A9B6-3B61-1635-A28D8B1989CF}"/>
                </a:ext>
              </a:extLst>
            </p:cNvPr>
            <p:cNvSpPr txBox="1"/>
            <p:nvPr/>
          </p:nvSpPr>
          <p:spPr>
            <a:xfrm>
              <a:off x="4820684" y="5292723"/>
              <a:ext cx="224980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Validation, exploration, KPIs and business-question analysis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C454184-EE0B-D368-1B08-9569F0FF1323}"/>
                </a:ext>
              </a:extLst>
            </p:cNvPr>
            <p:cNvSpPr/>
            <p:nvPr/>
          </p:nvSpPr>
          <p:spPr>
            <a:xfrm>
              <a:off x="4874978" y="4482112"/>
              <a:ext cx="535437" cy="549318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AEA488DC-6C21-3C28-0A1C-167178D49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55868" y="4574706"/>
              <a:ext cx="373655" cy="36413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EA4CF8B-6E5D-33D9-20D5-83879DFD1AA6}"/>
              </a:ext>
            </a:extLst>
          </p:cNvPr>
          <p:cNvGrpSpPr/>
          <p:nvPr/>
        </p:nvGrpSpPr>
        <p:grpSpPr>
          <a:xfrm>
            <a:off x="8331311" y="4220818"/>
            <a:ext cx="2969481" cy="1956145"/>
            <a:chOff x="8384319" y="4220818"/>
            <a:chExt cx="2969481" cy="195614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A10EDD0-1ED1-3B35-54D0-1F8334B80176}"/>
                </a:ext>
              </a:extLst>
            </p:cNvPr>
            <p:cNvSpPr/>
            <p:nvPr/>
          </p:nvSpPr>
          <p:spPr>
            <a:xfrm>
              <a:off x="8384319" y="4220818"/>
              <a:ext cx="2969481" cy="1956145"/>
            </a:xfrm>
            <a:prstGeom prst="roundRect">
              <a:avLst>
                <a:gd name="adj" fmla="val 12263"/>
              </a:avLst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0101296-9010-B304-2C4A-5052CFBC497A}"/>
                </a:ext>
              </a:extLst>
            </p:cNvPr>
            <p:cNvSpPr txBox="1"/>
            <p:nvPr/>
          </p:nvSpPr>
          <p:spPr>
            <a:xfrm>
              <a:off x="9362125" y="4439411"/>
              <a:ext cx="1148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Power BI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BA11DD7-C811-AC68-457F-B355AD61F9D9}"/>
                </a:ext>
              </a:extLst>
            </p:cNvPr>
            <p:cNvSpPr txBox="1"/>
            <p:nvPr/>
          </p:nvSpPr>
          <p:spPr>
            <a:xfrm>
              <a:off x="8590139" y="5246556"/>
              <a:ext cx="261457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Data model, DAX measures and the interactive dashboard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AD89319-CDF0-4F1F-E1A0-3B4EF0B22012}"/>
                </a:ext>
              </a:extLst>
            </p:cNvPr>
            <p:cNvSpPr/>
            <p:nvPr/>
          </p:nvSpPr>
          <p:spPr>
            <a:xfrm>
              <a:off x="8692617" y="4505495"/>
              <a:ext cx="535437" cy="549318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Graphic 44" descr="Presentation with pie chart with solid fill">
              <a:extLst>
                <a:ext uri="{FF2B5EF4-FFF2-40B4-BE49-F238E27FC236}">
                  <a16:creationId xmlns:a16="http://schemas.microsoft.com/office/drawing/2014/main" id="{5952F390-118A-FC49-6E75-D40C9D41D8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9766" y="4596210"/>
              <a:ext cx="381140" cy="38114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EA3B4CB-3AFB-5F6C-2DF3-39F74069EDE9}"/>
              </a:ext>
            </a:extLst>
          </p:cNvPr>
          <p:cNvGrpSpPr/>
          <p:nvPr/>
        </p:nvGrpSpPr>
        <p:grpSpPr>
          <a:xfrm>
            <a:off x="891208" y="4220818"/>
            <a:ext cx="2969480" cy="1956146"/>
            <a:chOff x="838200" y="4220818"/>
            <a:chExt cx="2969480" cy="195614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C31CC9B-A3F4-A9BC-BE34-3D7504CB4C10}"/>
                </a:ext>
              </a:extLst>
            </p:cNvPr>
            <p:cNvSpPr/>
            <p:nvPr/>
          </p:nvSpPr>
          <p:spPr>
            <a:xfrm>
              <a:off x="838200" y="4220818"/>
              <a:ext cx="2969480" cy="1956146"/>
            </a:xfrm>
            <a:prstGeom prst="roundRect">
              <a:avLst>
                <a:gd name="adj" fmla="val 11586"/>
              </a:avLst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03409C-EC7A-DB90-8E66-967D521DBD63}"/>
                </a:ext>
              </a:extLst>
            </p:cNvPr>
            <p:cNvSpPr txBox="1"/>
            <p:nvPr/>
          </p:nvSpPr>
          <p:spPr>
            <a:xfrm>
              <a:off x="1742661" y="4410522"/>
              <a:ext cx="16498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Inter" panose="02000503000000020004" pitchFamily="2" charset="0"/>
                  <a:ea typeface="Inter" panose="02000503000000020004" pitchFamily="2" charset="0"/>
                </a:rPr>
                <a:t>Excel / Power Query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642A22-8E36-CDB8-2BCF-48AD0E72BA2D}"/>
                </a:ext>
              </a:extLst>
            </p:cNvPr>
            <p:cNvSpPr txBox="1"/>
            <p:nvPr/>
          </p:nvSpPr>
          <p:spPr>
            <a:xfrm>
              <a:off x="987286" y="5302457"/>
              <a:ext cx="240527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Cleaning &amp; preparation of the raw dataset before analysis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A38CC4F6-FE3D-2413-EED3-8FB754134F74}"/>
                </a:ext>
              </a:extLst>
            </p:cNvPr>
            <p:cNvSpPr/>
            <p:nvPr/>
          </p:nvSpPr>
          <p:spPr>
            <a:xfrm>
              <a:off x="1104241" y="4486979"/>
              <a:ext cx="535437" cy="549318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Clipboard with solid fill">
              <a:extLst>
                <a:ext uri="{FF2B5EF4-FFF2-40B4-BE49-F238E27FC236}">
                  <a16:creationId xmlns:a16="http://schemas.microsoft.com/office/drawing/2014/main" id="{087C61A2-4711-B8CF-8CA1-27F6ACF354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0117" y="4574706"/>
              <a:ext cx="343684" cy="343684"/>
            </a:xfrm>
            <a:prstGeom prst="rect">
              <a:avLst/>
            </a:prstGeom>
          </p:spPr>
        </p:pic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F0F9314F-B4FF-66F8-7BA8-E9F9C266784D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2F5078-F466-FAFF-6D28-AEC4043ED2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7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66D6-B439-4061-6892-03EE5361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HEADLINE METRICS</a:t>
            </a:r>
            <a:br>
              <a:rPr lang="en-US" dirty="0"/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Overall Business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DC5E-A052-CEFE-59E8-0259A107E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C7BFCA2-E29E-359A-AB55-BE21B7574697}"/>
              </a:ext>
            </a:extLst>
          </p:cNvPr>
          <p:cNvGrpSpPr/>
          <p:nvPr/>
        </p:nvGrpSpPr>
        <p:grpSpPr>
          <a:xfrm>
            <a:off x="974036" y="2602464"/>
            <a:ext cx="1572370" cy="2047462"/>
            <a:chOff x="974036" y="2602464"/>
            <a:chExt cx="1572370" cy="204746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7E5FE4A-FD33-E75E-2E36-A33F93F2DCB2}"/>
                </a:ext>
              </a:extLst>
            </p:cNvPr>
            <p:cNvSpPr/>
            <p:nvPr/>
          </p:nvSpPr>
          <p:spPr>
            <a:xfrm>
              <a:off x="974036" y="2602464"/>
              <a:ext cx="1572370" cy="2047462"/>
            </a:xfrm>
            <a:prstGeom prst="roundRect">
              <a:avLst>
                <a:gd name="adj" fmla="val 11189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₹22.23M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Revenue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70A3197-7122-9A9C-1D60-BCE56EBE18DD}"/>
                </a:ext>
              </a:extLst>
            </p:cNvPr>
            <p:cNvSpPr/>
            <p:nvPr/>
          </p:nvSpPr>
          <p:spPr>
            <a:xfrm>
              <a:off x="1495177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Graphic 38" descr="Money with solid fill">
              <a:extLst>
                <a:ext uri="{FF2B5EF4-FFF2-40B4-BE49-F238E27FC236}">
                  <a16:creationId xmlns:a16="http://schemas.microsoft.com/office/drawing/2014/main" id="{7F477510-80D3-5C7B-E703-3CDD7E6614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73033" y="2898981"/>
              <a:ext cx="374374" cy="374374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5FF1BA-90DF-69F7-AA57-33FEA31591A3}"/>
              </a:ext>
            </a:extLst>
          </p:cNvPr>
          <p:cNvGrpSpPr/>
          <p:nvPr/>
        </p:nvGrpSpPr>
        <p:grpSpPr>
          <a:xfrm>
            <a:off x="4496993" y="2602464"/>
            <a:ext cx="1572370" cy="2047462"/>
            <a:chOff x="4496993" y="2602464"/>
            <a:chExt cx="1572370" cy="204746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B929D02-F0BD-CF9B-07EF-1FACB0A6E031}"/>
                </a:ext>
              </a:extLst>
            </p:cNvPr>
            <p:cNvSpPr/>
            <p:nvPr/>
          </p:nvSpPr>
          <p:spPr>
            <a:xfrm>
              <a:off x="4496993" y="2602464"/>
              <a:ext cx="1572370" cy="2047462"/>
            </a:xfrm>
            <a:prstGeom prst="roundRect">
              <a:avLst>
                <a:gd name="adj" fmla="val 12032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₹245.56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AOV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8796F0D-FBEC-DA03-3B62-05FBD2849AC8}"/>
                </a:ext>
              </a:extLst>
            </p:cNvPr>
            <p:cNvSpPr/>
            <p:nvPr/>
          </p:nvSpPr>
          <p:spPr>
            <a:xfrm>
              <a:off x="5018135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Graphic 40" descr="List with solid fill">
              <a:extLst>
                <a:ext uri="{FF2B5EF4-FFF2-40B4-BE49-F238E27FC236}">
                  <a16:creationId xmlns:a16="http://schemas.microsoft.com/office/drawing/2014/main" id="{E2871B5F-0494-6FF7-52FB-7198CBC3A4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3665" y="2886655"/>
              <a:ext cx="399026" cy="399026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CEAFD80-91CD-F4AC-9E7C-FC79D036EA37}"/>
              </a:ext>
            </a:extLst>
          </p:cNvPr>
          <p:cNvGrpSpPr/>
          <p:nvPr/>
        </p:nvGrpSpPr>
        <p:grpSpPr>
          <a:xfrm>
            <a:off x="2735515" y="2602464"/>
            <a:ext cx="1572370" cy="2047462"/>
            <a:chOff x="2735515" y="2602464"/>
            <a:chExt cx="1572370" cy="204746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F7B597B-5650-06DD-0C3C-3107AA31E6F9}"/>
                </a:ext>
              </a:extLst>
            </p:cNvPr>
            <p:cNvSpPr/>
            <p:nvPr/>
          </p:nvSpPr>
          <p:spPr>
            <a:xfrm>
              <a:off x="2735515" y="2602464"/>
              <a:ext cx="1572370" cy="2047462"/>
            </a:xfrm>
            <a:prstGeom prst="roundRect">
              <a:avLst>
                <a:gd name="adj" fmla="val 12032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100,000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Orders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C716873-8BCB-3EF5-F676-C1208B468E2C}"/>
                </a:ext>
              </a:extLst>
            </p:cNvPr>
            <p:cNvSpPr/>
            <p:nvPr/>
          </p:nvSpPr>
          <p:spPr>
            <a:xfrm>
              <a:off x="3256656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Graphic 42" descr="Internet with solid fill">
              <a:extLst>
                <a:ext uri="{FF2B5EF4-FFF2-40B4-BE49-F238E27FC236}">
                  <a16:creationId xmlns:a16="http://schemas.microsoft.com/office/drawing/2014/main" id="{D167AA37-662A-0B81-E15E-CB575CF9EE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2882" y="2886655"/>
              <a:ext cx="397634" cy="397634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450BB9-FBCF-2C3D-B2BC-27BE2628F322}"/>
              </a:ext>
            </a:extLst>
          </p:cNvPr>
          <p:cNvGrpSpPr/>
          <p:nvPr/>
        </p:nvGrpSpPr>
        <p:grpSpPr>
          <a:xfrm>
            <a:off x="6258474" y="2602464"/>
            <a:ext cx="1572370" cy="2047462"/>
            <a:chOff x="6258474" y="2602464"/>
            <a:chExt cx="1572370" cy="204746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8A4A3D-5EF4-B9E4-24EF-5ACE8D69FCAF}"/>
                </a:ext>
              </a:extLst>
            </p:cNvPr>
            <p:cNvSpPr/>
            <p:nvPr/>
          </p:nvSpPr>
          <p:spPr>
            <a:xfrm>
              <a:off x="6258474" y="2602464"/>
              <a:ext cx="1572370" cy="2047462"/>
            </a:xfrm>
            <a:prstGeom prst="roundRect">
              <a:avLst>
                <a:gd name="adj" fmla="val 12453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90.54%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Delivery Rate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D0FE5EF-635A-2219-6E64-526776781F51}"/>
                </a:ext>
              </a:extLst>
            </p:cNvPr>
            <p:cNvSpPr/>
            <p:nvPr/>
          </p:nvSpPr>
          <p:spPr>
            <a:xfrm>
              <a:off x="6779614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Graphic 44" descr="Truck with solid fill">
              <a:extLst>
                <a:ext uri="{FF2B5EF4-FFF2-40B4-BE49-F238E27FC236}">
                  <a16:creationId xmlns:a16="http://schemas.microsoft.com/office/drawing/2014/main" id="{90E7A84F-4D98-6EB5-E11A-9A5D5E65A2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40905" y="2886655"/>
              <a:ext cx="407504" cy="407504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95988D1-1626-F65D-1919-3DD3D7C742D8}"/>
              </a:ext>
            </a:extLst>
          </p:cNvPr>
          <p:cNvGrpSpPr/>
          <p:nvPr/>
        </p:nvGrpSpPr>
        <p:grpSpPr>
          <a:xfrm>
            <a:off x="9781430" y="2602464"/>
            <a:ext cx="1572370" cy="2047462"/>
            <a:chOff x="9781430" y="2602464"/>
            <a:chExt cx="1572370" cy="204746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A2AECA8-F77C-7B40-BAC3-C43E705739B4}"/>
                </a:ext>
              </a:extLst>
            </p:cNvPr>
            <p:cNvSpPr/>
            <p:nvPr/>
          </p:nvSpPr>
          <p:spPr>
            <a:xfrm>
              <a:off x="9781430" y="2602464"/>
              <a:ext cx="1572370" cy="2047462"/>
            </a:xfrm>
            <a:prstGeom prst="roundRect">
              <a:avLst>
                <a:gd name="adj" fmla="val 12453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3.98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Average Rating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D7F0743-597A-7751-C59A-1222CE42FE20}"/>
                </a:ext>
              </a:extLst>
            </p:cNvPr>
            <p:cNvSpPr/>
            <p:nvPr/>
          </p:nvSpPr>
          <p:spPr>
            <a:xfrm>
              <a:off x="10302571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Star with solid fill">
              <a:extLst>
                <a:ext uri="{FF2B5EF4-FFF2-40B4-BE49-F238E27FC236}">
                  <a16:creationId xmlns:a16="http://schemas.microsoft.com/office/drawing/2014/main" id="{8B85C8F7-AFE7-54E1-D6E1-9E4B7DF049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57235" y="2844316"/>
              <a:ext cx="420757" cy="420757"/>
            </a:xfrm>
            <a:prstGeom prst="rect">
              <a:avLst/>
            </a:prstGeom>
          </p:spPr>
        </p:pic>
      </p:grp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10D156F6-03EC-7722-03AB-74EA92D6C1F9}"/>
              </a:ext>
            </a:extLst>
          </p:cNvPr>
          <p:cNvSpPr/>
          <p:nvPr/>
        </p:nvSpPr>
        <p:spPr>
          <a:xfrm>
            <a:off x="2018193" y="5426765"/>
            <a:ext cx="8480562" cy="536713"/>
          </a:xfrm>
          <a:prstGeom prst="flowChartAlternateProcess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90.54% of orders were delivered, while 9.46% were cancelled or returned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E03E99-726A-639E-58EC-7BF304DA028A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BE275F5-DFE9-E6B2-6F5B-01CDF0CA01D3}"/>
              </a:ext>
            </a:extLst>
          </p:cNvPr>
          <p:cNvGrpSpPr/>
          <p:nvPr/>
        </p:nvGrpSpPr>
        <p:grpSpPr>
          <a:xfrm>
            <a:off x="8019952" y="2602464"/>
            <a:ext cx="1572370" cy="2047462"/>
            <a:chOff x="8019952" y="2602464"/>
            <a:chExt cx="1572370" cy="204746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E96FE81-E71B-F37E-A7FB-9BE0BE68E2FA}"/>
                </a:ext>
              </a:extLst>
            </p:cNvPr>
            <p:cNvSpPr/>
            <p:nvPr/>
          </p:nvSpPr>
          <p:spPr>
            <a:xfrm>
              <a:off x="8019952" y="2602464"/>
              <a:ext cx="1572370" cy="2047462"/>
            </a:xfrm>
            <a:prstGeom prst="roundRect">
              <a:avLst>
                <a:gd name="adj" fmla="val 12032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2000" b="1" dirty="0">
                  <a:solidFill>
                    <a:srgbClr val="FF505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9.46%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Failure Rate</a:t>
              </a:r>
              <a:endPara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F526D66-D4A8-14C3-2F99-A765A42A0F74}"/>
                </a:ext>
              </a:extLst>
            </p:cNvPr>
            <p:cNvSpPr/>
            <p:nvPr/>
          </p:nvSpPr>
          <p:spPr>
            <a:xfrm>
              <a:off x="8541093" y="2844316"/>
              <a:ext cx="530087" cy="48370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Warning with solid fill">
              <a:extLst>
                <a:ext uri="{FF2B5EF4-FFF2-40B4-BE49-F238E27FC236}">
                  <a16:creationId xmlns:a16="http://schemas.microsoft.com/office/drawing/2014/main" id="{5D1B9DBE-00AD-5BAE-4573-CD8962E60D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13979" y="2880760"/>
              <a:ext cx="384313" cy="384313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1E1234B-7E31-D913-BF55-55115C0E8C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8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F946-89D8-7DB2-BAAE-55A22F45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185"/>
            <a:ext cx="10515600" cy="1325937"/>
          </a:xfrm>
        </p:spPr>
        <p:txBody>
          <a:bodyPr/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FINDINGS</a:t>
            </a:r>
            <a:br>
              <a:rPr lang="en-US" dirty="0"/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Revenue &amp; 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A944C-4BDC-4CB3-1218-109403CAB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270"/>
            <a:ext cx="10515600" cy="51512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rPr>
              <a:t>REVENUE				            CUSTOMER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8F1F5D-41DE-6328-1598-3E3177F68B63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2E98C5-245A-3364-C720-EB0011FBA65E}"/>
              </a:ext>
            </a:extLst>
          </p:cNvPr>
          <p:cNvSpPr txBox="1"/>
          <p:nvPr/>
        </p:nvSpPr>
        <p:spPr>
          <a:xfrm>
            <a:off x="838201" y="4145783"/>
            <a:ext cx="5413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SUPPORTING VISUALS (INSERT FROM DASHBOARD)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CD7AF54-F651-FED5-AB4D-70459F41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56" y="4634909"/>
            <a:ext cx="3542750" cy="177253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274EB3A-9482-C386-B52C-416E2C5B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33" y="4634909"/>
            <a:ext cx="2262457" cy="17725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E9BC3EE-2794-A6FF-2D23-226D0EF9E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117" y="4634909"/>
            <a:ext cx="4147233" cy="1772533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F413F9FE-8834-03A3-1AE6-23B2E69A6EDB}"/>
              </a:ext>
            </a:extLst>
          </p:cNvPr>
          <p:cNvGrpSpPr/>
          <p:nvPr/>
        </p:nvGrpSpPr>
        <p:grpSpPr>
          <a:xfrm>
            <a:off x="927652" y="2060719"/>
            <a:ext cx="5102087" cy="452009"/>
            <a:chOff x="927652" y="2060719"/>
            <a:chExt cx="5102087" cy="45200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67DC885-D162-A799-7E74-A5BA06234E02}"/>
                </a:ext>
              </a:extLst>
            </p:cNvPr>
            <p:cNvSpPr/>
            <p:nvPr/>
          </p:nvSpPr>
          <p:spPr>
            <a:xfrm>
              <a:off x="927652" y="2060719"/>
              <a:ext cx="5102087" cy="4520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D6564"/>
                  </a:solidFill>
                </a:rPr>
                <a:t>       </a:t>
              </a:r>
              <a:r>
                <a:rPr lang="en-US" b="1" dirty="0">
                  <a:solidFill>
                    <a:srgbClr val="1D6564"/>
                  </a:solidFill>
                </a:rPr>
                <a:t>Electronics</a:t>
              </a:r>
              <a:r>
                <a:rPr lang="en-US" dirty="0">
                  <a:solidFill>
                    <a:srgbClr val="1D6564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generated the highest revenue</a:t>
              </a:r>
              <a:endParaRPr lang="en-US" dirty="0">
                <a:solidFill>
                  <a:srgbClr val="1D6564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6C9D3DC-AF15-F837-2666-96F66276FA73}"/>
                </a:ext>
              </a:extLst>
            </p:cNvPr>
            <p:cNvSpPr/>
            <p:nvPr/>
          </p:nvSpPr>
          <p:spPr>
            <a:xfrm>
              <a:off x="1086680" y="2133609"/>
              <a:ext cx="371060" cy="326112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Graphic 40" descr="Computer with solid fill">
              <a:extLst>
                <a:ext uri="{FF2B5EF4-FFF2-40B4-BE49-F238E27FC236}">
                  <a16:creationId xmlns:a16="http://schemas.microsoft.com/office/drawing/2014/main" id="{FA3D84DA-C249-6327-5852-B0868E12EE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8587" y="2152159"/>
              <a:ext cx="287246" cy="287246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C1492C3-7D1C-E338-BE14-F3B08BEC662E}"/>
              </a:ext>
            </a:extLst>
          </p:cNvPr>
          <p:cNvGrpSpPr/>
          <p:nvPr/>
        </p:nvGrpSpPr>
        <p:grpSpPr>
          <a:xfrm>
            <a:off x="927651" y="2651876"/>
            <a:ext cx="5102087" cy="603836"/>
            <a:chOff x="927651" y="2651876"/>
            <a:chExt cx="5102087" cy="60383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D6CB93F-C08F-F90C-122B-EB47B3324056}"/>
                </a:ext>
              </a:extLst>
            </p:cNvPr>
            <p:cNvSpPr/>
            <p:nvPr/>
          </p:nvSpPr>
          <p:spPr>
            <a:xfrm>
              <a:off x="927651" y="2651876"/>
              <a:ext cx="5102087" cy="6038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D6564"/>
                  </a:solidFill>
                </a:rPr>
                <a:t>       </a:t>
              </a:r>
              <a:r>
                <a:rPr lang="en-US" b="1" dirty="0">
                  <a:solidFill>
                    <a:srgbClr val="1D6564"/>
                  </a:solidFill>
                </a:rPr>
                <a:t>Fruits &amp; Vegetables</a:t>
              </a:r>
              <a:r>
                <a:rPr lang="en-US" dirty="0">
                  <a:solidFill>
                    <a:srgbClr val="1D6564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had the highest order volume</a:t>
              </a:r>
              <a:endParaRPr lang="en-US" dirty="0">
                <a:solidFill>
                  <a:srgbClr val="1D6564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B7A1E6F-A714-4266-F487-2C0F8943CF1E}"/>
                </a:ext>
              </a:extLst>
            </p:cNvPr>
            <p:cNvSpPr/>
            <p:nvPr/>
          </p:nvSpPr>
          <p:spPr>
            <a:xfrm>
              <a:off x="1086680" y="2790897"/>
              <a:ext cx="371060" cy="326112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Apple with solid fill">
              <a:extLst>
                <a:ext uri="{FF2B5EF4-FFF2-40B4-BE49-F238E27FC236}">
                  <a16:creationId xmlns:a16="http://schemas.microsoft.com/office/drawing/2014/main" id="{994262A7-71C9-2A8D-45F1-DBEB49513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2675" y="2781587"/>
              <a:ext cx="319070" cy="31907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E51B2CD-8CF3-F8A2-AD61-C25CE382CC9E}"/>
              </a:ext>
            </a:extLst>
          </p:cNvPr>
          <p:cNvGrpSpPr/>
          <p:nvPr/>
        </p:nvGrpSpPr>
        <p:grpSpPr>
          <a:xfrm>
            <a:off x="927650" y="3369517"/>
            <a:ext cx="5102087" cy="449408"/>
            <a:chOff x="927650" y="3369517"/>
            <a:chExt cx="5102087" cy="44940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58CECB-9213-B116-34E0-8C5B8CBFC5D9}"/>
                </a:ext>
              </a:extLst>
            </p:cNvPr>
            <p:cNvSpPr/>
            <p:nvPr/>
          </p:nvSpPr>
          <p:spPr>
            <a:xfrm>
              <a:off x="927650" y="3369517"/>
              <a:ext cx="5102087" cy="4494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rgbClr val="1D6564"/>
                  </a:solidFill>
                </a:rPr>
                <a:t>             </a:t>
              </a:r>
              <a:r>
                <a:rPr lang="en-US" b="1" dirty="0">
                  <a:solidFill>
                    <a:srgbClr val="1D6564"/>
                  </a:solidFill>
                </a:rPr>
                <a:t>Electronics</a:t>
              </a:r>
              <a:r>
                <a:rPr lang="en-US" dirty="0">
                  <a:solidFill>
                    <a:srgbClr val="1D6564"/>
                  </a:solidFill>
                </a:rPr>
                <a:t> </a:t>
              </a:r>
              <a:r>
                <a:rPr lang="en-US" dirty="0">
                  <a:solidFill>
                    <a:schemeClr val="tx1"/>
                  </a:solidFill>
                </a:rPr>
                <a:t>had the highest AOV</a:t>
              </a:r>
              <a:endParaRPr lang="en-US" dirty="0">
                <a:solidFill>
                  <a:srgbClr val="1D6564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04DFA1A-16B1-6FB5-71D1-00CED89999C8}"/>
                </a:ext>
              </a:extLst>
            </p:cNvPr>
            <p:cNvSpPr/>
            <p:nvPr/>
          </p:nvSpPr>
          <p:spPr>
            <a:xfrm>
              <a:off x="1086680" y="3437804"/>
              <a:ext cx="371060" cy="326112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Graphic 48" descr="Checklist with solid fill">
              <a:extLst>
                <a:ext uri="{FF2B5EF4-FFF2-40B4-BE49-F238E27FC236}">
                  <a16:creationId xmlns:a16="http://schemas.microsoft.com/office/drawing/2014/main" id="{9767DDD9-5784-1886-A7D2-5D52053A01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8461" y="3460472"/>
              <a:ext cx="267497" cy="267497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02F9633-8729-8418-6615-0CAE583ACC69}"/>
              </a:ext>
            </a:extLst>
          </p:cNvPr>
          <p:cNvGrpSpPr/>
          <p:nvPr/>
        </p:nvGrpSpPr>
        <p:grpSpPr>
          <a:xfrm>
            <a:off x="6251710" y="2060719"/>
            <a:ext cx="5102087" cy="452009"/>
            <a:chOff x="6251710" y="2060719"/>
            <a:chExt cx="5102087" cy="4520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E52BB45-6521-939E-D947-C7C3BB1261F5}"/>
                </a:ext>
              </a:extLst>
            </p:cNvPr>
            <p:cNvSpPr/>
            <p:nvPr/>
          </p:nvSpPr>
          <p:spPr>
            <a:xfrm>
              <a:off x="6251710" y="2060719"/>
              <a:ext cx="5102087" cy="4520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D6564"/>
                  </a:solidFill>
                </a:rPr>
                <a:t>       </a:t>
              </a:r>
              <a:r>
                <a:rPr lang="en-US" b="1" dirty="0">
                  <a:solidFill>
                    <a:srgbClr val="1D6564"/>
                  </a:solidFill>
                </a:rPr>
                <a:t>New Users </a:t>
              </a:r>
              <a:r>
                <a:rPr lang="en-US" dirty="0">
                  <a:solidFill>
                    <a:schemeClr val="tx1"/>
                  </a:solidFill>
                </a:rPr>
                <a:t>generated the highest revenue</a:t>
              </a:r>
              <a:endParaRPr lang="en-US" dirty="0">
                <a:solidFill>
                  <a:srgbClr val="1D6564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B50509E-5005-6F17-B869-E5FB46B4128F}"/>
                </a:ext>
              </a:extLst>
            </p:cNvPr>
            <p:cNvSpPr/>
            <p:nvPr/>
          </p:nvSpPr>
          <p:spPr>
            <a:xfrm>
              <a:off x="6400802" y="2133609"/>
              <a:ext cx="371060" cy="326112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Graphic 50" descr="User with solid fill">
              <a:extLst>
                <a:ext uri="{FF2B5EF4-FFF2-40B4-BE49-F238E27FC236}">
                  <a16:creationId xmlns:a16="http://schemas.microsoft.com/office/drawing/2014/main" id="{254DFC23-E04C-87C1-45FB-8ABF033513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37245" y="2157355"/>
              <a:ext cx="298174" cy="298174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489C068-DAAF-3A16-6FD7-D973B97012D6}"/>
              </a:ext>
            </a:extLst>
          </p:cNvPr>
          <p:cNvGrpSpPr/>
          <p:nvPr/>
        </p:nvGrpSpPr>
        <p:grpSpPr>
          <a:xfrm>
            <a:off x="6251708" y="2651876"/>
            <a:ext cx="5102087" cy="622914"/>
            <a:chOff x="6251708" y="2651876"/>
            <a:chExt cx="5102087" cy="62291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DBFCFC6-FA7D-BBD2-4C11-220E598D3507}"/>
                </a:ext>
              </a:extLst>
            </p:cNvPr>
            <p:cNvSpPr/>
            <p:nvPr/>
          </p:nvSpPr>
          <p:spPr>
            <a:xfrm>
              <a:off x="6251708" y="2651876"/>
              <a:ext cx="5102087" cy="62291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D6564"/>
                  </a:solidFill>
                </a:rPr>
                <a:t>           </a:t>
              </a:r>
              <a:r>
                <a:rPr lang="en-US" b="1" dirty="0">
                  <a:solidFill>
                    <a:srgbClr val="1D6564"/>
                  </a:solidFill>
                </a:rPr>
                <a:t>Premium Users </a:t>
              </a:r>
              <a:r>
                <a:rPr lang="en-US" dirty="0">
                  <a:solidFill>
                    <a:schemeClr val="tx1"/>
                  </a:solidFill>
                </a:rPr>
                <a:t>had the highest AOV, though differences across segments were </a:t>
              </a:r>
              <a:r>
                <a:rPr lang="en-US" b="1" dirty="0">
                  <a:solidFill>
                    <a:srgbClr val="1D6564"/>
                  </a:solidFill>
                </a:rPr>
                <a:t>small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1D1E8EA-619D-C3B1-C290-9A585EC7CCCA}"/>
                </a:ext>
              </a:extLst>
            </p:cNvPr>
            <p:cNvSpPr/>
            <p:nvPr/>
          </p:nvSpPr>
          <p:spPr>
            <a:xfrm>
              <a:off x="6394176" y="2803992"/>
              <a:ext cx="371060" cy="3699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Graphic 52" descr="Crown with solid fill">
              <a:extLst>
                <a:ext uri="{FF2B5EF4-FFF2-40B4-BE49-F238E27FC236}">
                  <a16:creationId xmlns:a16="http://schemas.microsoft.com/office/drawing/2014/main" id="{55D6B073-705D-6AB4-E9A0-0F7F4E78C0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38893" y="2822327"/>
              <a:ext cx="301494" cy="301494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BF65B1D-59B6-B284-9EAE-E78336357CCC}"/>
              </a:ext>
            </a:extLst>
          </p:cNvPr>
          <p:cNvGrpSpPr/>
          <p:nvPr/>
        </p:nvGrpSpPr>
        <p:grpSpPr>
          <a:xfrm>
            <a:off x="6251707" y="3387365"/>
            <a:ext cx="5102087" cy="603836"/>
            <a:chOff x="6251707" y="3387365"/>
            <a:chExt cx="5102087" cy="60383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09F79B7-B12B-A1F4-78F5-769B23A14D34}"/>
                </a:ext>
              </a:extLst>
            </p:cNvPr>
            <p:cNvSpPr/>
            <p:nvPr/>
          </p:nvSpPr>
          <p:spPr>
            <a:xfrm>
              <a:off x="6251707" y="3387365"/>
              <a:ext cx="5102087" cy="6038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1D6564"/>
                  </a:solidFill>
                </a:rPr>
                <a:t>       </a:t>
              </a:r>
              <a:r>
                <a:rPr lang="en-US" b="1" dirty="0">
                  <a:solidFill>
                    <a:srgbClr val="1D6564"/>
                  </a:solidFill>
                </a:rPr>
                <a:t>Premium Users </a:t>
              </a:r>
              <a:r>
                <a:rPr lang="en-US" dirty="0">
                  <a:solidFill>
                    <a:schemeClr val="tx1"/>
                  </a:solidFill>
                </a:rPr>
                <a:t>had substantially higher recorded historical activity</a:t>
              </a:r>
              <a:endParaRPr lang="en-US" dirty="0">
                <a:solidFill>
                  <a:srgbClr val="1D6564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472547E-92B8-7E95-1F09-267C4643AA12}"/>
                </a:ext>
              </a:extLst>
            </p:cNvPr>
            <p:cNvSpPr/>
            <p:nvPr/>
          </p:nvSpPr>
          <p:spPr>
            <a:xfrm>
              <a:off x="6400802" y="3527668"/>
              <a:ext cx="371060" cy="326112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5" name="Graphic 54" descr="Clock with solid fill">
              <a:extLst>
                <a:ext uri="{FF2B5EF4-FFF2-40B4-BE49-F238E27FC236}">
                  <a16:creationId xmlns:a16="http://schemas.microsoft.com/office/drawing/2014/main" id="{B6525AF9-72B8-37F6-550B-29388B940C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2335" y="3535665"/>
              <a:ext cx="324674" cy="32467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A8E0430-6D8F-906C-EE62-5102B5F5EA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73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187F-49FE-F65A-DEE7-1DDAAD49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30" y="365125"/>
            <a:ext cx="9949070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FINDINGS</a:t>
            </a:r>
            <a:b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Discount &amp; Delivery Analysis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367A-9CE0-4D15-9DE8-94B52B7F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825625"/>
            <a:ext cx="99490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DISCOUNT				        DELIVERY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C29607-80E7-9E7B-6BE1-BA2D68CA411B}"/>
              </a:ext>
            </a:extLst>
          </p:cNvPr>
          <p:cNvSpPr/>
          <p:nvPr/>
        </p:nvSpPr>
        <p:spPr>
          <a:xfrm>
            <a:off x="1501361" y="2482850"/>
            <a:ext cx="4679950" cy="2012950"/>
          </a:xfrm>
          <a:prstGeom prst="roundRect">
            <a:avLst>
              <a:gd name="adj" fmla="val 11400"/>
            </a:avLst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₹</a:t>
            </a:r>
            <a:r>
              <a:rPr lang="en-US" sz="3600" b="1" dirty="0">
                <a:latin typeface="Inter" panose="02000503000000020004" pitchFamily="2" charset="0"/>
                <a:ea typeface="Inter" panose="02000503000000020004" pitchFamily="2" charset="0"/>
              </a:rPr>
              <a:t>42.65</a:t>
            </a:r>
          </a:p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Lower AOV on discounted orders vs non-discounted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6B897-9074-4652-1549-BA056F77D46A}"/>
              </a:ext>
            </a:extLst>
          </p:cNvPr>
          <p:cNvSpPr txBox="1"/>
          <p:nvPr/>
        </p:nvSpPr>
        <p:spPr>
          <a:xfrm>
            <a:off x="6321007" y="5212973"/>
            <a:ext cx="4598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analytical observation, not a standalone operational issue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E12AF-D2CE-B8AD-1153-157610BA8F33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49E9AE-D9E4-4DE3-2477-78C11955058C}"/>
              </a:ext>
            </a:extLst>
          </p:cNvPr>
          <p:cNvGrpSpPr/>
          <p:nvPr/>
        </p:nvGrpSpPr>
        <p:grpSpPr>
          <a:xfrm>
            <a:off x="6321011" y="3856832"/>
            <a:ext cx="4406624" cy="946150"/>
            <a:chOff x="5797550" y="3856832"/>
            <a:chExt cx="4406624" cy="9461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5BC4A48-84D2-80CB-9639-26CDC9275FE1}"/>
                </a:ext>
              </a:extLst>
            </p:cNvPr>
            <p:cNvSpPr/>
            <p:nvPr/>
          </p:nvSpPr>
          <p:spPr>
            <a:xfrm>
              <a:off x="5797550" y="3856832"/>
              <a:ext cx="4406624" cy="9461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</a:t>
              </a:r>
              <a:r>
                <a:rPr lang="en-US" sz="14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60+ minute slot 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has the highest </a:t>
              </a:r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……………….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average delivery time</a:t>
              </a:r>
              <a:endParaRPr lang="en-US" sz="16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B18300D-4FB4-D7EC-F498-4C593D95E088}"/>
                </a:ext>
              </a:extLst>
            </p:cNvPr>
            <p:cNvSpPr/>
            <p:nvPr/>
          </p:nvSpPr>
          <p:spPr>
            <a:xfrm>
              <a:off x="6096000" y="4042845"/>
              <a:ext cx="589723" cy="57412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Clock with solid fill">
              <a:extLst>
                <a:ext uri="{FF2B5EF4-FFF2-40B4-BE49-F238E27FC236}">
                  <a16:creationId xmlns:a16="http://schemas.microsoft.com/office/drawing/2014/main" id="{E3BC86F6-AEA9-80E9-9651-6124EC68F7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76945" y="4115991"/>
              <a:ext cx="427831" cy="427831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E0149C-BBE6-6A39-EAF8-086090FF4341}"/>
              </a:ext>
            </a:extLst>
          </p:cNvPr>
          <p:cNvGrpSpPr/>
          <p:nvPr/>
        </p:nvGrpSpPr>
        <p:grpSpPr>
          <a:xfrm>
            <a:off x="1501360" y="4802982"/>
            <a:ext cx="4679949" cy="946150"/>
            <a:chOff x="977899" y="4802982"/>
            <a:chExt cx="4679949" cy="9461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868A99-ACB9-FD94-4B3C-AC8360B56155}"/>
                </a:ext>
              </a:extLst>
            </p:cNvPr>
            <p:cNvSpPr/>
            <p:nvPr/>
          </p:nvSpPr>
          <p:spPr>
            <a:xfrm>
              <a:off x="977899" y="4802982"/>
              <a:ext cx="4679949" cy="94615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Discount strategy should be </a:t>
              </a:r>
              <a:r>
                <a:rPr lang="en-US" sz="14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optimized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, </a:t>
              </a:r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……………….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not broadly expanded</a:t>
              </a:r>
              <a:endPara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69BCD1-36E7-6AE7-5FC3-26615481D2AD}"/>
                </a:ext>
              </a:extLst>
            </p:cNvPr>
            <p:cNvSpPr/>
            <p:nvPr/>
          </p:nvSpPr>
          <p:spPr>
            <a:xfrm>
              <a:off x="1258956" y="4988995"/>
              <a:ext cx="589723" cy="57412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Gears with solid fill">
              <a:extLst>
                <a:ext uri="{FF2B5EF4-FFF2-40B4-BE49-F238E27FC236}">
                  <a16:creationId xmlns:a16="http://schemas.microsoft.com/office/drawing/2014/main" id="{293C0CCA-91CF-24D6-0751-87C689608C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25217" y="5047457"/>
              <a:ext cx="457200" cy="4572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22DC68-56D9-9A7D-D30B-0D09CA9166B1}"/>
              </a:ext>
            </a:extLst>
          </p:cNvPr>
          <p:cNvGrpSpPr/>
          <p:nvPr/>
        </p:nvGrpSpPr>
        <p:grpSpPr>
          <a:xfrm>
            <a:off x="6327913" y="2482850"/>
            <a:ext cx="4399722" cy="1154871"/>
            <a:chOff x="5804452" y="2482850"/>
            <a:chExt cx="4399722" cy="115487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829DE4A-2D68-C0C5-AE6A-7C0E752535C0}"/>
                </a:ext>
              </a:extLst>
            </p:cNvPr>
            <p:cNvSpPr/>
            <p:nvPr/>
          </p:nvSpPr>
          <p:spPr>
            <a:xfrm>
              <a:off x="5804452" y="2482850"/>
              <a:ext cx="4399722" cy="11548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Weak positive relationship  </a:t>
              </a:r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……………….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between </a:t>
              </a:r>
              <a:r>
                <a:rPr lang="en-US" sz="14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distance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and </a:t>
              </a:r>
              <a:r>
                <a:rPr lang="en-US" sz="14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delivery</a:t>
              </a:r>
              <a:r>
                <a:rPr lang="en-US" sz="14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n-US" sz="14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……………….</a:t>
              </a:r>
              <a:r>
                <a:rPr lang="en-US" sz="14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time</a:t>
              </a:r>
              <a:endParaRPr lang="en-US" sz="16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3E049A8-E842-66F6-0B46-EC8402A1C0FD}"/>
                </a:ext>
              </a:extLst>
            </p:cNvPr>
            <p:cNvSpPr/>
            <p:nvPr/>
          </p:nvSpPr>
          <p:spPr>
            <a:xfrm>
              <a:off x="6096000" y="2778675"/>
              <a:ext cx="589723" cy="57412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 descr="Map with pin with solid fill">
              <a:extLst>
                <a:ext uri="{FF2B5EF4-FFF2-40B4-BE49-F238E27FC236}">
                  <a16:creationId xmlns:a16="http://schemas.microsoft.com/office/drawing/2014/main" id="{31CB6DEE-64B7-E9C6-8646-A2DEA38F5B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2260" y="2833499"/>
              <a:ext cx="457200" cy="45720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F89C09F2-B9DC-5F81-D47B-381171583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7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B348-59F7-808D-4124-5CE26254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062" y="365125"/>
            <a:ext cx="9458738" cy="1325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FINDINGS</a:t>
            </a:r>
            <a:b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City-Level Analysis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F05D-CA15-017E-9F76-7CA66973D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3DE428-9CFA-4AC1-5174-D710337BD988}"/>
              </a:ext>
            </a:extLst>
          </p:cNvPr>
          <p:cNvGrpSpPr/>
          <p:nvPr/>
        </p:nvGrpSpPr>
        <p:grpSpPr>
          <a:xfrm>
            <a:off x="1994454" y="2039248"/>
            <a:ext cx="1769164" cy="2047462"/>
            <a:chOff x="974036" y="2602464"/>
            <a:chExt cx="1572370" cy="204746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0793769-1151-AC24-96EF-1FF6D11F2D3B}"/>
                </a:ext>
              </a:extLst>
            </p:cNvPr>
            <p:cNvSpPr/>
            <p:nvPr/>
          </p:nvSpPr>
          <p:spPr>
            <a:xfrm>
              <a:off x="974036" y="2602464"/>
              <a:ext cx="1572370" cy="2047462"/>
            </a:xfrm>
            <a:prstGeom prst="roundRect">
              <a:avLst>
                <a:gd name="adj" fmla="val 11798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HIGHEST REVENUE</a:t>
              </a:r>
              <a:endParaRPr lang="en-US" sz="20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Delhi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8D203B8-52CF-A7A4-6ED8-D1F023C586DF}"/>
                </a:ext>
              </a:extLst>
            </p:cNvPr>
            <p:cNvSpPr/>
            <p:nvPr/>
          </p:nvSpPr>
          <p:spPr>
            <a:xfrm>
              <a:off x="1495177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Graphic 6" descr="Money with solid fill">
              <a:extLst>
                <a:ext uri="{FF2B5EF4-FFF2-40B4-BE49-F238E27FC236}">
                  <a16:creationId xmlns:a16="http://schemas.microsoft.com/office/drawing/2014/main" id="{32F9C59F-4047-68FE-7631-0F11CB8BEE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73033" y="2898981"/>
              <a:ext cx="374374" cy="37437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E72DDD0-87A2-E699-43B9-EA6BF4AF1D0E}"/>
              </a:ext>
            </a:extLst>
          </p:cNvPr>
          <p:cNvGrpSpPr/>
          <p:nvPr/>
        </p:nvGrpSpPr>
        <p:grpSpPr>
          <a:xfrm>
            <a:off x="4170019" y="2039248"/>
            <a:ext cx="1769163" cy="2047462"/>
            <a:chOff x="4496993" y="2602464"/>
            <a:chExt cx="1572370" cy="204746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D09B013-108B-D742-0582-D60F74F05474}"/>
                </a:ext>
              </a:extLst>
            </p:cNvPr>
            <p:cNvSpPr/>
            <p:nvPr/>
          </p:nvSpPr>
          <p:spPr>
            <a:xfrm>
              <a:off x="4496993" y="2602464"/>
              <a:ext cx="1572370" cy="2047462"/>
            </a:xfrm>
            <a:prstGeom prst="roundRect">
              <a:avLst>
                <a:gd name="adj" fmla="val 9551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HIGHEST AOV</a:t>
              </a:r>
              <a:endParaRPr lang="en-US" sz="12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>
                <a:lnSpc>
                  <a:spcPct val="200000"/>
                </a:lnSpc>
              </a:pPr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Hyderabad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E5D331D-8527-2178-D92D-7626E694A89E}"/>
                </a:ext>
              </a:extLst>
            </p:cNvPr>
            <p:cNvSpPr/>
            <p:nvPr/>
          </p:nvSpPr>
          <p:spPr>
            <a:xfrm>
              <a:off x="5018135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 descr="List with solid fill">
              <a:extLst>
                <a:ext uri="{FF2B5EF4-FFF2-40B4-BE49-F238E27FC236}">
                  <a16:creationId xmlns:a16="http://schemas.microsoft.com/office/drawing/2014/main" id="{1E160612-139B-4C3A-477D-311765DFA1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3665" y="2886655"/>
              <a:ext cx="399026" cy="39902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D5E22F-D03F-720D-6E11-6F3BA5FAEC3C}"/>
              </a:ext>
            </a:extLst>
          </p:cNvPr>
          <p:cNvGrpSpPr/>
          <p:nvPr/>
        </p:nvGrpSpPr>
        <p:grpSpPr>
          <a:xfrm>
            <a:off x="6345583" y="2039248"/>
            <a:ext cx="1895062" cy="2047462"/>
            <a:chOff x="2735515" y="2602464"/>
            <a:chExt cx="1684265" cy="204746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C7D56DA-781E-A6E1-2968-C3036D942F4B}"/>
                </a:ext>
              </a:extLst>
            </p:cNvPr>
            <p:cNvSpPr/>
            <p:nvPr/>
          </p:nvSpPr>
          <p:spPr>
            <a:xfrm>
              <a:off x="2735515" y="2602464"/>
              <a:ext cx="1684265" cy="2047462"/>
            </a:xfrm>
            <a:prstGeom prst="roundRect">
              <a:avLst>
                <a:gd name="adj" fmla="val 11073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HIGHEST ORDER VOLUME</a:t>
              </a:r>
              <a:endParaRPr lang="en-US" sz="12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1D6564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Ahmedabad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9715924-E816-CE1B-2942-1CC43A9B6375}"/>
                </a:ext>
              </a:extLst>
            </p:cNvPr>
            <p:cNvSpPr/>
            <p:nvPr/>
          </p:nvSpPr>
          <p:spPr>
            <a:xfrm>
              <a:off x="3256656" y="2844316"/>
              <a:ext cx="530087" cy="483704"/>
            </a:xfrm>
            <a:prstGeom prst="roundRect">
              <a:avLst/>
            </a:prstGeom>
            <a:solidFill>
              <a:srgbClr val="C3DDA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Internet with solid fill">
              <a:extLst>
                <a:ext uri="{FF2B5EF4-FFF2-40B4-BE49-F238E27FC236}">
                  <a16:creationId xmlns:a16="http://schemas.microsoft.com/office/drawing/2014/main" id="{AAFF168B-542D-1FA8-6098-F2D564904E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22882" y="2886655"/>
              <a:ext cx="397634" cy="39763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B8A995-734A-FB13-8FFB-3E12B2BE6F3E}"/>
              </a:ext>
            </a:extLst>
          </p:cNvPr>
          <p:cNvGrpSpPr/>
          <p:nvPr/>
        </p:nvGrpSpPr>
        <p:grpSpPr>
          <a:xfrm>
            <a:off x="8647045" y="2059126"/>
            <a:ext cx="1769163" cy="2047462"/>
            <a:chOff x="8019952" y="2602464"/>
            <a:chExt cx="1572370" cy="204746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9FDEDB1-012D-A2EE-07B4-3E0FFB9E510B}"/>
                </a:ext>
              </a:extLst>
            </p:cNvPr>
            <p:cNvSpPr/>
            <p:nvPr/>
          </p:nvSpPr>
          <p:spPr>
            <a:xfrm>
              <a:off x="8019952" y="2602464"/>
              <a:ext cx="1572370" cy="2047462"/>
            </a:xfrm>
            <a:prstGeom prst="roundRect">
              <a:avLst>
                <a:gd name="adj" fmla="val 9925"/>
              </a:avLst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endPara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algn="ctr"/>
              <a:r>
                <a:rPr lang="en-US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HIGHEST FAILURE RATE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dirty="0">
                  <a:solidFill>
                    <a:srgbClr val="FF505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Chennai</a:t>
              </a:r>
              <a:endParaRPr lang="en-US" sz="1400" b="1" dirty="0">
                <a:solidFill>
                  <a:srgbClr val="FF5050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8B927A9-2193-2DEE-AA7B-D8ABEB91D2E3}"/>
                </a:ext>
              </a:extLst>
            </p:cNvPr>
            <p:cNvSpPr/>
            <p:nvPr/>
          </p:nvSpPr>
          <p:spPr>
            <a:xfrm>
              <a:off x="8541093" y="2844316"/>
              <a:ext cx="530087" cy="48370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Warning with solid fill">
              <a:extLst>
                <a:ext uri="{FF2B5EF4-FFF2-40B4-BE49-F238E27FC236}">
                  <a16:creationId xmlns:a16="http://schemas.microsoft.com/office/drawing/2014/main" id="{282FC353-CF49-6B8A-EB7E-BC420BDE41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13979" y="2880760"/>
              <a:ext cx="384313" cy="38431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E42A5F-3969-E072-9981-6441A567A3AC}"/>
              </a:ext>
            </a:extLst>
          </p:cNvPr>
          <p:cNvGrpSpPr/>
          <p:nvPr/>
        </p:nvGrpSpPr>
        <p:grpSpPr>
          <a:xfrm>
            <a:off x="1994453" y="4340088"/>
            <a:ext cx="8421755" cy="1060175"/>
            <a:chOff x="974035" y="4340088"/>
            <a:chExt cx="8421755" cy="1060175"/>
          </a:xfrm>
        </p:grpSpPr>
        <p:sp>
          <p:nvSpPr>
            <p:cNvPr id="23" name="Flowchart: Alternate Process 22">
              <a:extLst>
                <a:ext uri="{FF2B5EF4-FFF2-40B4-BE49-F238E27FC236}">
                  <a16:creationId xmlns:a16="http://schemas.microsoft.com/office/drawing/2014/main" id="{1D8B8E05-8752-FB96-D272-019BAE1ACAD9}"/>
                </a:ext>
              </a:extLst>
            </p:cNvPr>
            <p:cNvSpPr/>
            <p:nvPr/>
          </p:nvSpPr>
          <p:spPr>
            <a:xfrm>
              <a:off x="974035" y="4340088"/>
              <a:ext cx="8421755" cy="1060175"/>
            </a:xfrm>
            <a:prstGeom prst="flowChartAlternateProcess">
              <a:avLst/>
            </a:prstGeom>
            <a:solidFill>
              <a:srgbClr val="1D65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latin typeface="Inter" panose="02000503000000020004" pitchFamily="2" charset="0"/>
                  <a:ea typeface="Inter" panose="02000503000000020004" pitchFamily="2" charset="0"/>
                </a:rPr>
                <a:t>	    SPOTLIGHT – CHENNAI</a:t>
              </a:r>
              <a:endParaRPr lang="en-US" sz="1600" dirty="0"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US" sz="1400" dirty="0">
                  <a:latin typeface="Inter" panose="02000503000000020004" pitchFamily="2" charset="0"/>
                  <a:ea typeface="Inter" panose="02000503000000020004" pitchFamily="2" charset="0"/>
                </a:rPr>
                <a:t>	    </a:t>
              </a:r>
              <a:r>
                <a:rPr lang="en-US" b="1" dirty="0">
                  <a:latin typeface="Inter" panose="02000503000000020004" pitchFamily="2" charset="0"/>
                  <a:ea typeface="Inter" panose="02000503000000020004" pitchFamily="2" charset="0"/>
                </a:rPr>
                <a:t>Wrong address is the leading failure reason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D0D6897-D18F-B8F0-1A6D-6A8D138063D8}"/>
                </a:ext>
              </a:extLst>
            </p:cNvPr>
            <p:cNvSpPr/>
            <p:nvPr/>
          </p:nvSpPr>
          <p:spPr>
            <a:xfrm>
              <a:off x="1331843" y="4580318"/>
              <a:ext cx="622853" cy="579713"/>
            </a:xfrm>
            <a:prstGeom prst="roundRect">
              <a:avLst/>
            </a:prstGeom>
            <a:solidFill>
              <a:srgbClr val="3384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Marker with solid fill">
              <a:extLst>
                <a:ext uri="{FF2B5EF4-FFF2-40B4-BE49-F238E27FC236}">
                  <a16:creationId xmlns:a16="http://schemas.microsoft.com/office/drawing/2014/main" id="{2578FCAE-DEFB-AC54-8131-C6A541373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90648" y="4613449"/>
              <a:ext cx="501315" cy="508518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242E2CE-EFB5-8F33-7A01-E116131AE846}"/>
              </a:ext>
            </a:extLst>
          </p:cNvPr>
          <p:cNvSpPr txBox="1"/>
          <p:nvPr/>
        </p:nvSpPr>
        <p:spPr>
          <a:xfrm>
            <a:off x="1994453" y="5625549"/>
            <a:ext cx="853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 single city leads across every metric – performance should be evaluated by dimension, not by one overall ranking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F3C4BC-E96A-65F7-AC2B-AC28F31EA6D2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BC251CA-988E-7F28-0B2F-BDC56FE70A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D5DD-4A6F-363C-F404-5DB1DFB0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523"/>
            <a:ext cx="10515600" cy="1300091"/>
          </a:xfrm>
        </p:spPr>
        <p:txBody>
          <a:bodyPr/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FINDINGS</a:t>
            </a:r>
            <a:br>
              <a:rPr lang="en-US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Dark Store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C0B9A-C63D-7941-E0A7-8516D16A2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4EFEB-A585-F842-B670-71E3D5E32423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44DA19-AB00-7940-7648-976E6DECB7ED}"/>
              </a:ext>
            </a:extLst>
          </p:cNvPr>
          <p:cNvSpPr/>
          <p:nvPr/>
        </p:nvSpPr>
        <p:spPr>
          <a:xfrm>
            <a:off x="7070033" y="1455807"/>
            <a:ext cx="3868807" cy="2460209"/>
          </a:xfrm>
          <a:prstGeom prst="roundRect">
            <a:avLst>
              <a:gd name="adj" fmla="val 7510"/>
            </a:avLst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10 stores</a:t>
            </a:r>
            <a:endParaRPr lang="en-US" sz="3600" b="1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Above the 75</a:t>
            </a:r>
            <a:r>
              <a:rPr lang="en-US" sz="1400" baseline="30000" dirty="0">
                <a:latin typeface="Inter" panose="02000503000000020004" pitchFamily="2" charset="0"/>
                <a:ea typeface="Inter" panose="02000503000000020004" pitchFamily="2" charset="0"/>
              </a:rPr>
              <a:t>th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 percentile for both revenue &amp; failure rate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E0642B-00E5-CBBF-36FC-D467032377AE}"/>
              </a:ext>
            </a:extLst>
          </p:cNvPr>
          <p:cNvSpPr/>
          <p:nvPr/>
        </p:nvSpPr>
        <p:spPr>
          <a:xfrm>
            <a:off x="925470" y="4101548"/>
            <a:ext cx="3072808" cy="2075413"/>
          </a:xfrm>
          <a:prstGeom prst="roundRect">
            <a:avLst>
              <a:gd name="adj" fmla="val 11239"/>
            </a:avLst>
          </a:prstGeom>
          <a:solidFill>
            <a:srgbClr val="1D6564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EFFF3"/>
                </a:solidFill>
                <a:latin typeface="Inter" panose="02000503000000020004" pitchFamily="2" charset="0"/>
                <a:ea typeface="Inter" panose="02000503000000020004" pitchFamily="2" charset="0"/>
              </a:rPr>
              <a:t>DS0056</a:t>
            </a:r>
          </a:p>
          <a:p>
            <a:pPr algn="ctr"/>
            <a:r>
              <a:rPr lang="en-US" dirty="0">
                <a:solidFill>
                  <a:srgbClr val="FEFFF3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  <a:p>
            <a:pPr algn="ctr"/>
            <a:r>
              <a:rPr lang="en-US" sz="1600" dirty="0">
                <a:solidFill>
                  <a:srgbClr val="FEFFF3"/>
                </a:solidFill>
              </a:rPr>
              <a:t>highest </a:t>
            </a:r>
          </a:p>
          <a:p>
            <a:pPr algn="ctr"/>
            <a:r>
              <a:rPr lang="en-US" sz="1600" dirty="0">
                <a:solidFill>
                  <a:srgbClr val="FEFFF3"/>
                </a:solidFill>
              </a:rPr>
              <a:t>cancellation rate</a:t>
            </a:r>
          </a:p>
          <a:p>
            <a:pPr algn="ctr"/>
            <a:endParaRPr lang="en-US" sz="1600" dirty="0">
              <a:solidFill>
                <a:srgbClr val="FEFFF3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2DA5F4-5E25-75F7-F98F-F6EE4EC99277}"/>
              </a:ext>
            </a:extLst>
          </p:cNvPr>
          <p:cNvSpPr/>
          <p:nvPr/>
        </p:nvSpPr>
        <p:spPr>
          <a:xfrm>
            <a:off x="4352116" y="4101547"/>
            <a:ext cx="3072808" cy="2075414"/>
          </a:xfrm>
          <a:prstGeom prst="roundRect">
            <a:avLst>
              <a:gd name="adj" fmla="val 11239"/>
            </a:avLst>
          </a:prstGeom>
          <a:solidFill>
            <a:srgbClr val="1D6564"/>
          </a:solidFill>
          <a:ln>
            <a:solidFill>
              <a:schemeClr val="tx1"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EFFF3"/>
                </a:solidFill>
                <a:latin typeface="Inter" panose="02000503000000020004" pitchFamily="2" charset="0"/>
                <a:ea typeface="Inter" panose="02000503000000020004" pitchFamily="2" charset="0"/>
              </a:rPr>
              <a:t>DS0158</a:t>
            </a:r>
          </a:p>
          <a:p>
            <a:pPr algn="ctr"/>
            <a:r>
              <a:rPr lang="en-US" dirty="0">
                <a:solidFill>
                  <a:srgbClr val="FEFFF3"/>
                </a:solidFill>
              </a:rPr>
              <a:t> </a:t>
            </a:r>
          </a:p>
          <a:p>
            <a:pPr algn="ctr"/>
            <a:r>
              <a:rPr lang="en-US" sz="1600" dirty="0">
                <a:solidFill>
                  <a:srgbClr val="FEFFF3"/>
                </a:solidFill>
              </a:rPr>
              <a:t>highest cancellation rate among </a:t>
            </a:r>
            <a:r>
              <a:rPr lang="en-US" sz="1600" dirty="0"/>
              <a:t>stores with at least average order volume</a:t>
            </a:r>
            <a:endParaRPr lang="en-US" sz="1600" dirty="0">
              <a:solidFill>
                <a:srgbClr val="FEFFF3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F8D730-A0D6-1764-190A-A31DE38FCBDF}"/>
              </a:ext>
            </a:extLst>
          </p:cNvPr>
          <p:cNvSpPr/>
          <p:nvPr/>
        </p:nvSpPr>
        <p:spPr>
          <a:xfrm>
            <a:off x="7778762" y="4101547"/>
            <a:ext cx="3160078" cy="2075414"/>
          </a:xfrm>
          <a:prstGeom prst="roundRect">
            <a:avLst>
              <a:gd name="adj" fmla="val 9962"/>
            </a:avLst>
          </a:prstGeom>
          <a:solidFill>
            <a:srgbClr val="1D6564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EFFF3"/>
                </a:solidFill>
                <a:latin typeface="Inter" panose="02000503000000020004" pitchFamily="2" charset="0"/>
                <a:ea typeface="Inter" panose="02000503000000020004" pitchFamily="2" charset="0"/>
              </a:rPr>
              <a:t>DS0157</a:t>
            </a:r>
          </a:p>
          <a:p>
            <a:pPr algn="ctr"/>
            <a:endParaRPr lang="en-US" b="1" dirty="0">
              <a:solidFill>
                <a:srgbClr val="FEFFF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en-US" sz="1600" dirty="0">
                <a:solidFill>
                  <a:srgbClr val="FEFFF3"/>
                </a:solidFill>
              </a:rPr>
              <a:t>highest </a:t>
            </a:r>
          </a:p>
          <a:p>
            <a:pPr algn="ctr"/>
            <a:r>
              <a:rPr lang="en-US" sz="1600" dirty="0">
                <a:solidFill>
                  <a:srgbClr val="FEFFF3"/>
                </a:solidFill>
              </a:rPr>
              <a:t>average delivery time</a:t>
            </a:r>
          </a:p>
          <a:p>
            <a:pPr algn="ctr"/>
            <a:endParaRPr lang="en-US" sz="1600" dirty="0">
              <a:solidFill>
                <a:srgbClr val="FEFFF3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5D0762-0D60-04CE-8F7F-93672527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70" y="1455808"/>
            <a:ext cx="5992165" cy="24602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D9E222-CBCD-C3EF-2C3C-D1C99643B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1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77AD-0D75-8FB9-F2C3-6D362E88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THE PRODUCT</a:t>
            </a:r>
            <a:b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Power BI 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B1624-D617-3A1C-7B5A-BA870D36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B59EB-10BA-D151-ADD6-A7D78FD9A4DA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0ECA3-6D3C-CB37-8E81-3AA24C49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6340"/>
            <a:ext cx="2017643" cy="1125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4E0D86-E5B3-DEEA-DFBE-00010D46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634" y="1854266"/>
            <a:ext cx="2017643" cy="1127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757C1-7E83-7EDC-7141-8553CD9A2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068" y="1854266"/>
            <a:ext cx="2028702" cy="1127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F93C62-F722-7C1D-0D69-A4D44B81B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561" y="1850960"/>
            <a:ext cx="2028702" cy="11311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C4C62D-39BF-1E40-EA27-C996ACD27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055" y="1850960"/>
            <a:ext cx="2031822" cy="11311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4F9235-D683-FF0A-7CF4-E9180ACC2B7D}"/>
              </a:ext>
            </a:extLst>
          </p:cNvPr>
          <p:cNvSpPr txBox="1"/>
          <p:nvPr/>
        </p:nvSpPr>
        <p:spPr>
          <a:xfrm>
            <a:off x="825580" y="3009819"/>
            <a:ext cx="10691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Inter" panose="02000503000000020004" pitchFamily="2" charset="0"/>
                <a:ea typeface="Inter" panose="02000503000000020004" pitchFamily="2" charset="0"/>
              </a:rPr>
              <a:t>      Executive Summary                     Revenue Analysis                     Customer Analysis                      Delivery Analysis                      Dark Store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AF6E5-FBB8-F101-CDCA-9A8EB28D94C9}"/>
              </a:ext>
            </a:extLst>
          </p:cNvPr>
          <p:cNvSpPr txBox="1"/>
          <p:nvPr/>
        </p:nvSpPr>
        <p:spPr>
          <a:xfrm>
            <a:off x="838200" y="3962403"/>
            <a:ext cx="10679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WHAT MAKES IT INTERACTIVE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02ECACC0-D3EE-B778-2A88-F53B685F9CD8}"/>
              </a:ext>
            </a:extLst>
          </p:cNvPr>
          <p:cNvSpPr/>
          <p:nvPr/>
        </p:nvSpPr>
        <p:spPr>
          <a:xfrm>
            <a:off x="835361" y="4495464"/>
            <a:ext cx="2157261" cy="368083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Interactive slicers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89BDDF18-F486-54EB-821F-4ABEE5B9C92F}"/>
              </a:ext>
            </a:extLst>
          </p:cNvPr>
          <p:cNvSpPr/>
          <p:nvPr/>
        </p:nvSpPr>
        <p:spPr>
          <a:xfrm>
            <a:off x="8093318" y="4495467"/>
            <a:ext cx="1204769" cy="368082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DAX KPIs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5BF8DD4B-5DB5-0174-384C-B77D9F4D268B}"/>
              </a:ext>
            </a:extLst>
          </p:cNvPr>
          <p:cNvSpPr/>
          <p:nvPr/>
        </p:nvSpPr>
        <p:spPr>
          <a:xfrm>
            <a:off x="5703050" y="4495467"/>
            <a:ext cx="1911633" cy="368082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Page navigation 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Flowchart: Terminator 24">
            <a:extLst>
              <a:ext uri="{FF2B5EF4-FFF2-40B4-BE49-F238E27FC236}">
                <a16:creationId xmlns:a16="http://schemas.microsoft.com/office/drawing/2014/main" id="{391A5D41-FCF5-446E-BB48-44D340C32F59}"/>
              </a:ext>
            </a:extLst>
          </p:cNvPr>
          <p:cNvSpPr/>
          <p:nvPr/>
        </p:nvSpPr>
        <p:spPr>
          <a:xfrm>
            <a:off x="3471258" y="4495467"/>
            <a:ext cx="1753156" cy="368082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Cross-filtering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Flowchart: Terminator 26">
            <a:extLst>
              <a:ext uri="{FF2B5EF4-FFF2-40B4-BE49-F238E27FC236}">
                <a16:creationId xmlns:a16="http://schemas.microsoft.com/office/drawing/2014/main" id="{BBAEC92C-AD2E-CC17-DD72-9C57D42A6006}"/>
              </a:ext>
            </a:extLst>
          </p:cNvPr>
          <p:cNvSpPr/>
          <p:nvPr/>
        </p:nvSpPr>
        <p:spPr>
          <a:xfrm>
            <a:off x="9776722" y="4495464"/>
            <a:ext cx="1753156" cy="368081"/>
          </a:xfrm>
          <a:prstGeom prst="flowChartTerminator">
            <a:avLst/>
          </a:prstGeom>
          <a:solidFill>
            <a:srgbClr val="C3DDA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Date hierarchy</a:t>
            </a:r>
            <a:endParaRPr lang="en-US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1B6CAF-1842-0BD9-D0FA-9712671A43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0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7D6F-4CBF-BC87-0E56-BD2EAE22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NEXT STEPS</a:t>
            </a:r>
            <a:b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Key Recommendations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DF078-50EC-2FA9-EB49-D52E4DD2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7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DB1FA7-3308-358E-41F7-FCEEE3A4B134}"/>
              </a:ext>
            </a:extLst>
          </p:cNvPr>
          <p:cNvGrpSpPr/>
          <p:nvPr/>
        </p:nvGrpSpPr>
        <p:grpSpPr>
          <a:xfrm>
            <a:off x="898663" y="1683029"/>
            <a:ext cx="10365685" cy="828258"/>
            <a:chOff x="898663" y="1914939"/>
            <a:chExt cx="10365685" cy="9011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CB61270-68B8-9352-D747-147B32940616}"/>
                </a:ext>
              </a:extLst>
            </p:cNvPr>
            <p:cNvSpPr/>
            <p:nvPr/>
          </p:nvSpPr>
          <p:spPr>
            <a:xfrm>
              <a:off x="898663" y="1914939"/>
              <a:ext cx="10349948" cy="90114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8754A23-D707-32B6-51C7-5366578AF5BB}"/>
                </a:ext>
              </a:extLst>
            </p:cNvPr>
            <p:cNvSpPr/>
            <p:nvPr/>
          </p:nvSpPr>
          <p:spPr>
            <a:xfrm>
              <a:off x="943390" y="1914939"/>
              <a:ext cx="10320958" cy="90114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</a:rPr>
                <a:t>	    </a:t>
              </a:r>
              <a:r>
                <a:rPr lang="en-US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High-revenue + high-failure stores</a:t>
              </a:r>
            </a:p>
            <a:p>
              <a:r>
                <a:rPr lang="en-US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  </a:t>
              </a:r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Investigate and prioritize these stores for corrective action</a:t>
              </a:r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9" name="Flowchart: Terminator 18">
              <a:extLst>
                <a:ext uri="{FF2B5EF4-FFF2-40B4-BE49-F238E27FC236}">
                  <a16:creationId xmlns:a16="http://schemas.microsoft.com/office/drawing/2014/main" id="{4ADB3ED3-1E94-0791-DD02-B8F208FE14B1}"/>
                </a:ext>
              </a:extLst>
            </p:cNvPr>
            <p:cNvSpPr/>
            <p:nvPr/>
          </p:nvSpPr>
          <p:spPr>
            <a:xfrm>
              <a:off x="1184413" y="2201724"/>
              <a:ext cx="775252" cy="311426"/>
            </a:xfrm>
            <a:prstGeom prst="flowChartTerminator">
              <a:avLst/>
            </a:prstGeom>
            <a:solidFill>
              <a:srgbClr val="FF7C8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HIGH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433409-44F7-8326-2A19-B9BA61AF291B}"/>
              </a:ext>
            </a:extLst>
          </p:cNvPr>
          <p:cNvGrpSpPr/>
          <p:nvPr/>
        </p:nvGrpSpPr>
        <p:grpSpPr>
          <a:xfrm>
            <a:off x="898664" y="2626512"/>
            <a:ext cx="10365684" cy="828258"/>
            <a:chOff x="898664" y="2626512"/>
            <a:chExt cx="10365684" cy="82825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B7F5D8C-D155-DA6F-C620-D0606504052D}"/>
                </a:ext>
              </a:extLst>
            </p:cNvPr>
            <p:cNvSpPr/>
            <p:nvPr/>
          </p:nvSpPr>
          <p:spPr>
            <a:xfrm>
              <a:off x="898664" y="2626512"/>
              <a:ext cx="10349947" cy="828258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EB18047-424E-44E3-B42C-80B02192034C}"/>
                </a:ext>
              </a:extLst>
            </p:cNvPr>
            <p:cNvSpPr/>
            <p:nvPr/>
          </p:nvSpPr>
          <p:spPr>
            <a:xfrm>
              <a:off x="943390" y="2626512"/>
              <a:ext cx="10320958" cy="82825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	</a:t>
              </a:r>
              <a:r>
                <a:rPr lang="en-US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   Chennai wrong-address failures</a:t>
              </a:r>
              <a:endParaRPr lang="en-US" sz="20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  </a:t>
              </a:r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Improve address validation and delivery-address confirmation</a:t>
              </a:r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1" name="Flowchart: Terminator 20">
              <a:extLst>
                <a:ext uri="{FF2B5EF4-FFF2-40B4-BE49-F238E27FC236}">
                  <a16:creationId xmlns:a16="http://schemas.microsoft.com/office/drawing/2014/main" id="{7D5BAC8E-EAD7-4782-0359-A9D872FCBA0D}"/>
                </a:ext>
              </a:extLst>
            </p:cNvPr>
            <p:cNvSpPr/>
            <p:nvPr/>
          </p:nvSpPr>
          <p:spPr>
            <a:xfrm>
              <a:off x="1184412" y="2907287"/>
              <a:ext cx="775252" cy="286236"/>
            </a:xfrm>
            <a:prstGeom prst="flowChartTerminator">
              <a:avLst/>
            </a:prstGeom>
            <a:solidFill>
              <a:srgbClr val="FF7C8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HIGH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1742BCD-226B-822B-3895-EC0248D6B438}"/>
              </a:ext>
            </a:extLst>
          </p:cNvPr>
          <p:cNvGrpSpPr/>
          <p:nvPr/>
        </p:nvGrpSpPr>
        <p:grpSpPr>
          <a:xfrm>
            <a:off x="898662" y="3576436"/>
            <a:ext cx="10349948" cy="820901"/>
            <a:chOff x="898662" y="3810003"/>
            <a:chExt cx="10349948" cy="90114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21D46AD-C572-EEEB-FA8E-16ED17512797}"/>
                </a:ext>
              </a:extLst>
            </p:cNvPr>
            <p:cNvSpPr/>
            <p:nvPr/>
          </p:nvSpPr>
          <p:spPr>
            <a:xfrm>
              <a:off x="898662" y="3810003"/>
              <a:ext cx="10349948" cy="901148"/>
            </a:xfrm>
            <a:prstGeom prst="roundRect">
              <a:avLst/>
            </a:prstGeom>
            <a:solidFill>
              <a:srgbClr val="1D6564"/>
            </a:solidFill>
            <a:ln>
              <a:solidFill>
                <a:srgbClr val="1D6564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EA63534-9C06-3AB4-1CF1-3278D2CA130A}"/>
                </a:ext>
              </a:extLst>
            </p:cNvPr>
            <p:cNvSpPr/>
            <p:nvPr/>
          </p:nvSpPr>
          <p:spPr>
            <a:xfrm>
              <a:off x="943387" y="3810003"/>
              <a:ext cx="10305223" cy="90114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D6564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	</a:t>
              </a:r>
              <a:r>
                <a:rPr lang="en-US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        Discount strategy</a:t>
              </a:r>
              <a:endParaRPr lang="en-US" sz="20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      </a:t>
              </a:r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Targeted promotions &amp; minimum-order thresholds, monitoring AOV and revenue</a:t>
              </a:r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3" name="Flowchart: Terminator 22">
              <a:extLst>
                <a:ext uri="{FF2B5EF4-FFF2-40B4-BE49-F238E27FC236}">
                  <a16:creationId xmlns:a16="http://schemas.microsoft.com/office/drawing/2014/main" id="{3ADFA10D-F1B2-A00A-FB8D-CF9FBA799E6D}"/>
                </a:ext>
              </a:extLst>
            </p:cNvPr>
            <p:cNvSpPr/>
            <p:nvPr/>
          </p:nvSpPr>
          <p:spPr>
            <a:xfrm>
              <a:off x="1184412" y="4108902"/>
              <a:ext cx="1094961" cy="311426"/>
            </a:xfrm>
            <a:prstGeom prst="flowChartTerminator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1D6564"/>
                  </a:solidFill>
                </a:rPr>
                <a:t>Medium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723756D-3EA3-FC27-68FC-B8791DA22B88}"/>
              </a:ext>
            </a:extLst>
          </p:cNvPr>
          <p:cNvGrpSpPr/>
          <p:nvPr/>
        </p:nvGrpSpPr>
        <p:grpSpPr>
          <a:xfrm>
            <a:off x="898662" y="4511647"/>
            <a:ext cx="10349948" cy="820901"/>
            <a:chOff x="898662" y="4873490"/>
            <a:chExt cx="10334212" cy="90922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A7D8DB6-BF6B-E7E2-8C85-4B3365A9250E}"/>
                </a:ext>
              </a:extLst>
            </p:cNvPr>
            <p:cNvSpPr/>
            <p:nvPr/>
          </p:nvSpPr>
          <p:spPr>
            <a:xfrm>
              <a:off x="898662" y="4881566"/>
              <a:ext cx="10334212" cy="901148"/>
            </a:xfrm>
            <a:prstGeom prst="roundRect">
              <a:avLst/>
            </a:prstGeom>
            <a:solidFill>
              <a:srgbClr val="1D6564"/>
            </a:solidFill>
            <a:ln>
              <a:solidFill>
                <a:srgbClr val="1D6564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C445C2F-8C1B-07BD-0893-8382A9446590}"/>
                </a:ext>
              </a:extLst>
            </p:cNvPr>
            <p:cNvSpPr/>
            <p:nvPr/>
          </p:nvSpPr>
          <p:spPr>
            <a:xfrm>
              <a:off x="943388" y="4873490"/>
              <a:ext cx="10289486" cy="90114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D6564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	</a:t>
              </a:r>
              <a:r>
                <a:rPr lang="en-US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        Store-level delivery bottlenecks</a:t>
              </a:r>
              <a:endParaRPr lang="en-US" sz="20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      </a:t>
              </a:r>
              <a:r>
                <a:rPr lang="en-US" sz="16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Investigate stores with materially higher delivery times</a:t>
              </a:r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25" name="Flowchart: Terminator 24">
              <a:extLst>
                <a:ext uri="{FF2B5EF4-FFF2-40B4-BE49-F238E27FC236}">
                  <a16:creationId xmlns:a16="http://schemas.microsoft.com/office/drawing/2014/main" id="{8DF5CB78-7750-C0F6-E16E-DCF498AF8D86}"/>
                </a:ext>
              </a:extLst>
            </p:cNvPr>
            <p:cNvSpPr/>
            <p:nvPr/>
          </p:nvSpPr>
          <p:spPr>
            <a:xfrm>
              <a:off x="1184413" y="5168351"/>
              <a:ext cx="1094960" cy="311426"/>
            </a:xfrm>
            <a:prstGeom prst="flowChartTerminator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1D6564"/>
                  </a:solidFill>
                </a:rPr>
                <a:t>Medium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C0EA678-6D73-56BE-B4B6-332A7A082EBB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388C5B-D006-E17C-6C09-C3948EC7C8A3}"/>
              </a:ext>
            </a:extLst>
          </p:cNvPr>
          <p:cNvGrpSpPr/>
          <p:nvPr/>
        </p:nvGrpSpPr>
        <p:grpSpPr>
          <a:xfrm>
            <a:off x="898662" y="5430404"/>
            <a:ext cx="10365686" cy="820901"/>
            <a:chOff x="898662" y="4873490"/>
            <a:chExt cx="10334212" cy="909224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046A9D6-4982-37F7-2C3C-855545D58362}"/>
                </a:ext>
              </a:extLst>
            </p:cNvPr>
            <p:cNvSpPr/>
            <p:nvPr/>
          </p:nvSpPr>
          <p:spPr>
            <a:xfrm>
              <a:off x="898662" y="4881566"/>
              <a:ext cx="10334212" cy="901148"/>
            </a:xfrm>
            <a:prstGeom prst="roundRect">
              <a:avLst/>
            </a:prstGeom>
            <a:solidFill>
              <a:srgbClr val="1D6564"/>
            </a:solidFill>
            <a:ln>
              <a:solidFill>
                <a:srgbClr val="1D6564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658A53A-F3DA-1069-43C2-3EFB05647BC1}"/>
                </a:ext>
              </a:extLst>
            </p:cNvPr>
            <p:cNvSpPr/>
            <p:nvPr/>
          </p:nvSpPr>
          <p:spPr>
            <a:xfrm>
              <a:off x="943388" y="4873490"/>
              <a:ext cx="10289486" cy="90114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1D6564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	</a:t>
              </a:r>
              <a:r>
                <a:rPr lang="en-US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        City-specific failure interventions</a:t>
              </a:r>
              <a:endParaRPr lang="en-US" sz="2000" b="1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	       </a:t>
              </a:r>
              <a:r>
                <a:rPr lang="en-US" dirty="0">
                  <a:solidFill>
                    <a:schemeClr val="tx1"/>
                  </a:solidFill>
                </a:rPr>
                <a:t>Target interventions according to the dominant failure reason in each city</a:t>
              </a:r>
              <a:endParaRPr lang="en-US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37" name="Flowchart: Terminator 36">
              <a:extLst>
                <a:ext uri="{FF2B5EF4-FFF2-40B4-BE49-F238E27FC236}">
                  <a16:creationId xmlns:a16="http://schemas.microsoft.com/office/drawing/2014/main" id="{74519D8E-78EB-2A4C-D1D4-C95D91D8B6B0}"/>
                </a:ext>
              </a:extLst>
            </p:cNvPr>
            <p:cNvSpPr/>
            <p:nvPr/>
          </p:nvSpPr>
          <p:spPr>
            <a:xfrm>
              <a:off x="1184413" y="5168351"/>
              <a:ext cx="1094960" cy="311426"/>
            </a:xfrm>
            <a:prstGeom prst="flowChartTerminator">
              <a:avLst/>
            </a:prstGeom>
            <a:solidFill>
              <a:srgbClr val="1D6564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1D6564"/>
                  </a:solidFill>
                </a:rPr>
                <a:t>Medium</a:t>
              </a: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51B91623-A318-5BB2-E997-51A58C755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5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CB1B-1FE0-8439-5BD6-08CB6313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CLOSING</a:t>
            </a:r>
            <a:br>
              <a:rPr lang="en-US" sz="2000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latin typeface="Inter" panose="02000503000000020004" pitchFamily="2" charset="0"/>
                <a:ea typeface="Inter" panose="02000503000000020004" pitchFamily="2" charset="0"/>
              </a:rPr>
              <a:t>Conclusion &amp; Future Scope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FCEB5-0368-B841-5DA3-29AF067AE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CONCLUSION</a:t>
            </a:r>
            <a:r>
              <a:rPr lang="en-US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			       </a:t>
            </a:r>
            <a:r>
              <a:rPr lang="en-US" sz="2400" b="1" dirty="0">
                <a:solidFill>
                  <a:srgbClr val="1D6564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FUTURE SCOPE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E44A9-8AE8-D054-F193-2448B7A58428}"/>
              </a:ext>
            </a:extLst>
          </p:cNvPr>
          <p:cNvSpPr/>
          <p:nvPr/>
        </p:nvSpPr>
        <p:spPr>
          <a:xfrm>
            <a:off x="0" y="0"/>
            <a:ext cx="337930" cy="685800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92E28C-C73D-0DBD-71BD-EDE1AF3D4E31}"/>
              </a:ext>
            </a:extLst>
          </p:cNvPr>
          <p:cNvSpPr/>
          <p:nvPr/>
        </p:nvSpPr>
        <p:spPr>
          <a:xfrm>
            <a:off x="901148" y="2372139"/>
            <a:ext cx="4499113" cy="2551044"/>
          </a:xfrm>
          <a:prstGeom prst="roundRect">
            <a:avLst>
              <a:gd name="adj" fmla="val 8355"/>
            </a:avLst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20"/>
              </a:spcBef>
              <a:spcAft>
                <a:spcPts val="120"/>
              </a:spcAft>
            </a:pPr>
            <a:r>
              <a:rPr lang="en-US" sz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     The 2015 analysis identified a relatively balanced revenue and customer-spending structure while highlighting operational issues across selected dark stores and cities. Chennai's elevated failure rate, particularly wrong-address failures, and high-revenue/high-failure dark stores represent key areas for operational attention. Discount strategy can also be optimized based on the observed AOV difference.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DDE352-C800-4176-F20A-1B9ECDF7EB4C}"/>
              </a:ext>
            </a:extLst>
          </p:cNvPr>
          <p:cNvSpPr/>
          <p:nvPr/>
        </p:nvSpPr>
        <p:spPr>
          <a:xfrm>
            <a:off x="6096000" y="2372140"/>
            <a:ext cx="4965700" cy="636104"/>
          </a:xfrm>
          <a:prstGeom prst="round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  2015  →  2025       </a:t>
            </a:r>
            <a:r>
              <a:rPr lang="en-US" sz="1400" dirty="0">
                <a:latin typeface="Inter" panose="02000503000000020004" pitchFamily="2" charset="0"/>
                <a:ea typeface="Inter" panose="02000503000000020004" pitchFamily="2" charset="0"/>
              </a:rPr>
              <a:t>planned dataset extension</a:t>
            </a:r>
            <a:endParaRPr lang="en-US" sz="20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9C29AE-A2F0-D6D8-8E34-7C066367E3D2}"/>
              </a:ext>
            </a:extLst>
          </p:cNvPr>
          <p:cNvSpPr/>
          <p:nvPr/>
        </p:nvSpPr>
        <p:spPr>
          <a:xfrm>
            <a:off x="6096000" y="3322776"/>
            <a:ext cx="2431774" cy="4639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Year over year revenue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9546C8-A478-E0D0-6772-E3F62838B723}"/>
              </a:ext>
            </a:extLst>
          </p:cNvPr>
          <p:cNvSpPr/>
          <p:nvPr/>
        </p:nvSpPr>
        <p:spPr>
          <a:xfrm>
            <a:off x="6096000" y="3896653"/>
            <a:ext cx="2431774" cy="4639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Category &amp; city growth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D01FEA-79EA-ED1A-38A9-5852B9E3F119}"/>
              </a:ext>
            </a:extLst>
          </p:cNvPr>
          <p:cNvSpPr/>
          <p:nvPr/>
        </p:nvSpPr>
        <p:spPr>
          <a:xfrm>
            <a:off x="8629926" y="3896653"/>
            <a:ext cx="2431774" cy="4639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Failure rate trends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D49103-D8AF-1DFE-0612-61981B4172D0}"/>
              </a:ext>
            </a:extLst>
          </p:cNvPr>
          <p:cNvSpPr/>
          <p:nvPr/>
        </p:nvSpPr>
        <p:spPr>
          <a:xfrm>
            <a:off x="8629926" y="4459217"/>
            <a:ext cx="2431774" cy="46396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Dark store performance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5F88D1-47E7-71B4-3B71-EA416A4D8CC2}"/>
              </a:ext>
            </a:extLst>
          </p:cNvPr>
          <p:cNvSpPr/>
          <p:nvPr/>
        </p:nvSpPr>
        <p:spPr>
          <a:xfrm>
            <a:off x="8629926" y="3322776"/>
            <a:ext cx="2431774" cy="4770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AOV trends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16386E-0142-81F5-E3C5-4DBCACF17E38}"/>
              </a:ext>
            </a:extLst>
          </p:cNvPr>
          <p:cNvSpPr/>
          <p:nvPr/>
        </p:nvSpPr>
        <p:spPr>
          <a:xfrm>
            <a:off x="6096000" y="4459216"/>
            <a:ext cx="2431774" cy="4639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Customer segment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D8682A-A498-A58E-F73B-36EAE5A83D89}"/>
              </a:ext>
            </a:extLst>
          </p:cNvPr>
          <p:cNvSpPr/>
          <p:nvPr/>
        </p:nvSpPr>
        <p:spPr>
          <a:xfrm>
            <a:off x="0" y="5148470"/>
            <a:ext cx="12192000" cy="1709530"/>
          </a:xfrm>
          <a:prstGeom prst="rect">
            <a:avLst/>
          </a:prstGeom>
          <a:solidFill>
            <a:srgbClr val="1D65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Thank You</a:t>
            </a:r>
          </a:p>
          <a:p>
            <a:pPr algn="ctr"/>
            <a:r>
              <a:rPr lang="en-US" dirty="0"/>
              <a:t>Subham Halder . Q-Commerce Analysis - 2015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22193A-8330-D8E7-D9BA-8B48A4B3E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591" y="125068"/>
            <a:ext cx="868018" cy="86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656</Words>
  <Application>Microsoft Office PowerPoint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Office Theme</vt:lpstr>
      <vt:lpstr>DATA ANALYST PORTFOLIO PROJECT Q-Commerce Analytics 2015 performance deep dive</vt:lpstr>
      <vt:lpstr>BUSINESS CONTEXT Business Context &amp; Objectives</vt:lpstr>
      <vt:lpstr>PROJECT SCOPE Dataset &amp; Project Scope</vt:lpstr>
      <vt:lpstr>PROJECT WORKFLOW Data &amp; Analytical Workflow</vt:lpstr>
      <vt:lpstr>HEADLINE METRICS Overall Business Performance</vt:lpstr>
      <vt:lpstr>FINDINGS Revenue &amp; Customer Analysis</vt:lpstr>
      <vt:lpstr>FINDINGS Discount &amp; Delivery Analysis</vt:lpstr>
      <vt:lpstr>FINDINGS City-Level Analysis</vt:lpstr>
      <vt:lpstr>FINDINGS Dark Store Analysis</vt:lpstr>
      <vt:lpstr>THE PRODUCT Power BI Dashboard</vt:lpstr>
      <vt:lpstr>NEXT STEPS Key Recommendations</vt:lpstr>
      <vt:lpstr>CLOSING 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.</dc:creator>
  <cp:lastModifiedBy>Subham .</cp:lastModifiedBy>
  <cp:revision>1</cp:revision>
  <dcterms:created xsi:type="dcterms:W3CDTF">2026-09-18T05:51:13Z</dcterms:created>
  <dcterms:modified xsi:type="dcterms:W3CDTF">2026-09-21T07:58:30Z</dcterms:modified>
</cp:coreProperties>
</file>